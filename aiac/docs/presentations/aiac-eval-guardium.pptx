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7" r:id="rId7"/>
    <p:sldId id="268" r:id="rId8"/>
    <p:sldId id="269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C4B6"/>
    <a:srgbClr val="161F36"/>
    <a:srgbClr val="1B8A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07527F-ECF1-4178-9DD4-C6EA1202C027}" v="601" dt="2026-08-20T08:21:08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75" autoAdjust="0"/>
  </p:normalViewPr>
  <p:slideViewPr>
    <p:cSldViewPr snapToGrid="0" snapToObjects="1">
      <p:cViewPr varScale="1">
        <p:scale>
          <a:sx n="75" d="100"/>
          <a:sy n="75" d="100"/>
        </p:scale>
        <p:origin x="22" y="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FRECHTER" userId="0d0d7284-c199-4fd8-a231-491a302e689c" providerId="ADAL" clId="{3D64C140-5F52-457A-8283-B7847613F3E3}"/>
    <pc:docChg chg="undo redo custSel addSld delSld modSld sldOrd">
      <pc:chgData name="AMIT FRECHTER" userId="0d0d7284-c199-4fd8-a231-491a302e689c" providerId="ADAL" clId="{3D64C140-5F52-457A-8283-B7847613F3E3}" dt="2026-08-20T08:21:08.044" v="3678"/>
      <pc:docMkLst>
        <pc:docMk/>
      </pc:docMkLst>
      <pc:sldChg chg="delSp modSp mod">
        <pc:chgData name="AMIT FRECHTER" userId="0d0d7284-c199-4fd8-a231-491a302e689c" providerId="ADAL" clId="{3D64C140-5F52-457A-8283-B7847613F3E3}" dt="2026-08-19T06:53:50.847" v="26" actId="20577"/>
        <pc:sldMkLst>
          <pc:docMk/>
          <pc:sldMk cId="0" sldId="256"/>
        </pc:sldMkLst>
        <pc:spChg chg="mod">
          <ac:chgData name="AMIT FRECHTER" userId="0d0d7284-c199-4fd8-a231-491a302e689c" providerId="ADAL" clId="{3D64C140-5F52-457A-8283-B7847613F3E3}" dt="2026-08-19T06:53:50.847" v="26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AMIT FRECHTER" userId="0d0d7284-c199-4fd8-a231-491a302e689c" providerId="ADAL" clId="{3D64C140-5F52-457A-8283-B7847613F3E3}" dt="2026-08-19T06:53:40.956" v="19"/>
          <ac:spMkLst>
            <pc:docMk/>
            <pc:sldMk cId="0" sldId="256"/>
            <ac:spMk id="5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3:14.723" v="0" actId="478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 modAnim">
        <pc:chgData name="AMIT FRECHTER" userId="0d0d7284-c199-4fd8-a231-491a302e689c" providerId="ADAL" clId="{3D64C140-5F52-457A-8283-B7847613F3E3}" dt="2026-08-20T06:14:40.755" v="2842" actId="14100"/>
        <pc:sldMkLst>
          <pc:docMk/>
          <pc:sldMk cId="0" sldId="257"/>
        </pc:sldMkLst>
        <pc:spChg chg="mod">
          <ac:chgData name="AMIT FRECHTER" userId="0d0d7284-c199-4fd8-a231-491a302e689c" providerId="ADAL" clId="{3D64C140-5F52-457A-8283-B7847613F3E3}" dt="2026-08-20T06:14:40.755" v="2842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07:05:42.275" v="400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07:01:49.130" v="281" actId="10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07:05:49.501" v="409" actId="20577"/>
          <ac:spMkLst>
            <pc:docMk/>
            <pc:sldMk cId="0" sldId="257"/>
            <ac:spMk id="9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8:33.151" v="181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8:26.483" v="180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07:06:22.808" v="414" actId="10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07:00:00.413" v="233" actId="20577"/>
          <ac:spMkLst>
            <pc:docMk/>
            <pc:sldMk cId="0" sldId="257"/>
            <ac:spMk id="13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43.569" v="226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43.569" v="226" actId="478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AMIT FRECHTER" userId="0d0d7284-c199-4fd8-a231-491a302e689c" providerId="ADAL" clId="{3D64C140-5F52-457A-8283-B7847613F3E3}" dt="2026-08-19T07:00:56.739" v="252" actId="478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AMIT FRECHTER" userId="0d0d7284-c199-4fd8-a231-491a302e689c" providerId="ADAL" clId="{3D64C140-5F52-457A-8283-B7847613F3E3}" dt="2026-08-19T07:00:54.919" v="251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36.759" v="225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45.793" v="227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43.569" v="226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36.759" v="225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43.569" v="226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43.569" v="226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36.759" v="225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6:59:33.700" v="224" actId="478"/>
          <ac:spMkLst>
            <pc:docMk/>
            <pc:sldMk cId="0" sldId="257"/>
            <ac:spMk id="25" creationId="{00000000-0000-0000-0000-000000000000}"/>
          </ac:spMkLst>
        </pc:spChg>
        <pc:spChg chg="add mod">
          <ac:chgData name="AMIT FRECHTER" userId="0d0d7284-c199-4fd8-a231-491a302e689c" providerId="ADAL" clId="{3D64C140-5F52-457A-8283-B7847613F3E3}" dt="2026-08-19T07:03:00.504" v="307" actId="1076"/>
          <ac:spMkLst>
            <pc:docMk/>
            <pc:sldMk cId="0" sldId="257"/>
            <ac:spMk id="31" creationId="{6367DF2B-2C13-694D-5C8C-36290A014F6C}"/>
          </ac:spMkLst>
        </pc:spChg>
        <pc:spChg chg="add del mod">
          <ac:chgData name="AMIT FRECHTER" userId="0d0d7284-c199-4fd8-a231-491a302e689c" providerId="ADAL" clId="{3D64C140-5F52-457A-8283-B7847613F3E3}" dt="2026-08-19T11:14:19.435" v="2500" actId="20577"/>
          <ac:spMkLst>
            <pc:docMk/>
            <pc:sldMk cId="0" sldId="257"/>
            <ac:spMk id="32" creationId="{B18447FE-91E2-CAF6-E3B3-0DD5DFD3CD47}"/>
          </ac:spMkLst>
        </pc:spChg>
        <pc:spChg chg="add mod">
          <ac:chgData name="AMIT FRECHTER" userId="0d0d7284-c199-4fd8-a231-491a302e689c" providerId="ADAL" clId="{3D64C140-5F52-457A-8283-B7847613F3E3}" dt="2026-08-19T07:04:16.903" v="366" actId="1038"/>
          <ac:spMkLst>
            <pc:docMk/>
            <pc:sldMk cId="0" sldId="257"/>
            <ac:spMk id="33" creationId="{D02D614C-5A44-6621-2C55-DEFE7F3E6AF9}"/>
          </ac:spMkLst>
        </pc:spChg>
        <pc:spChg chg="add mod">
          <ac:chgData name="AMIT FRECHTER" userId="0d0d7284-c199-4fd8-a231-491a302e689c" providerId="ADAL" clId="{3D64C140-5F52-457A-8283-B7847613F3E3}" dt="2026-08-19T07:04:48.158" v="399" actId="1076"/>
          <ac:spMkLst>
            <pc:docMk/>
            <pc:sldMk cId="0" sldId="257"/>
            <ac:spMk id="35" creationId="{94D0D0C1-8793-CCA9-0234-F3ADDF66C807}"/>
          </ac:spMkLst>
        </pc:spChg>
        <pc:cxnChg chg="add mod">
          <ac:chgData name="AMIT FRECHTER" userId="0d0d7284-c199-4fd8-a231-491a302e689c" providerId="ADAL" clId="{3D64C140-5F52-457A-8283-B7847613F3E3}" dt="2026-08-19T07:01:22.512" v="254" actId="692"/>
          <ac:cxnSpMkLst>
            <pc:docMk/>
            <pc:sldMk cId="0" sldId="257"/>
            <ac:cxnSpMk id="29" creationId="{20CD9E1F-F4AF-1B55-1E18-2571EA492DDE}"/>
          </ac:cxnSpMkLst>
        </pc:cxnChg>
        <pc:cxnChg chg="add mod">
          <ac:chgData name="AMIT FRECHTER" userId="0d0d7284-c199-4fd8-a231-491a302e689c" providerId="ADAL" clId="{3D64C140-5F52-457A-8283-B7847613F3E3}" dt="2026-08-19T07:04:20.967" v="370" actId="478"/>
          <ac:cxnSpMkLst>
            <pc:docMk/>
            <pc:sldMk cId="0" sldId="257"/>
            <ac:cxnSpMk id="34" creationId="{DCD81C9D-02CF-2BD5-DDBE-1A12584BCD30}"/>
          </ac:cxnSpMkLst>
        </pc:cxnChg>
      </pc:sldChg>
      <pc:sldChg chg="addSp delSp modSp mod modAnim modNotesTx">
        <pc:chgData name="AMIT FRECHTER" userId="0d0d7284-c199-4fd8-a231-491a302e689c" providerId="ADAL" clId="{3D64C140-5F52-457A-8283-B7847613F3E3}" dt="2026-08-20T08:06:30.028" v="3557" actId="20577"/>
        <pc:sldMkLst>
          <pc:docMk/>
          <pc:sldMk cId="0" sldId="258"/>
        </pc:sldMkLst>
        <pc:spChg chg="mod">
          <ac:chgData name="AMIT FRECHTER" userId="0d0d7284-c199-4fd8-a231-491a302e689c" providerId="ADAL" clId="{3D64C140-5F52-457A-8283-B7847613F3E3}" dt="2026-08-19T07:07:49.685" v="445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20T08:06:30.028" v="3557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20T06:26:06.991" v="3100" actId="10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20T06:26:45.126" v="3165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07:23:08.733" v="910" actId="20577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AMIT FRECHTER" userId="0d0d7284-c199-4fd8-a231-491a302e689c" providerId="ADAL" clId="{3D64C140-5F52-457A-8283-B7847613F3E3}" dt="2026-08-20T06:26:17.530" v="3126" actId="1035"/>
          <ac:spMkLst>
            <pc:docMk/>
            <pc:sldMk cId="0" sldId="258"/>
            <ac:spMk id="12" creationId="{32C91E65-E1F1-8FB2-E49E-928AB152AD02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AMIT FRECHTER" userId="0d0d7284-c199-4fd8-a231-491a302e689c" providerId="ADAL" clId="{3D64C140-5F52-457A-8283-B7847613F3E3}" dt="2026-08-20T06:26:17.530" v="3126" actId="1035"/>
          <ac:spMkLst>
            <pc:docMk/>
            <pc:sldMk cId="0" sldId="258"/>
            <ac:spMk id="13" creationId="{A11252DF-A189-C9C3-BCC5-0F5158017841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21:26.139" v="889" actId="478"/>
          <ac:spMkLst>
            <pc:docMk/>
            <pc:sldMk cId="0" sldId="258"/>
            <ac:spMk id="27" creationId="{00000000-0000-0000-0000-000000000000}"/>
          </ac:spMkLst>
        </pc:spChg>
      </pc:sldChg>
      <pc:sldChg chg="addSp delSp modSp mod modAnim modNotesTx">
        <pc:chgData name="AMIT FRECHTER" userId="0d0d7284-c199-4fd8-a231-491a302e689c" providerId="ADAL" clId="{3D64C140-5F52-457A-8283-B7847613F3E3}" dt="2026-08-19T11:17:40.200" v="2511" actId="207"/>
        <pc:sldMkLst>
          <pc:docMk/>
          <pc:sldMk cId="0" sldId="260"/>
        </pc:sldMkLst>
        <pc:spChg chg="mod">
          <ac:chgData name="AMIT FRECHTER" userId="0d0d7284-c199-4fd8-a231-491a302e689c" providerId="ADAL" clId="{3D64C140-5F52-457A-8283-B7847613F3E3}" dt="2026-08-19T07:44:45.670" v="1266" actId="20577"/>
          <ac:spMkLst>
            <pc:docMk/>
            <pc:sldMk cId="0" sldId="260"/>
            <ac:spMk id="4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33:01.138" v="961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33:04.508" v="962" actId="478"/>
          <ac:spMkLst>
            <pc:docMk/>
            <pc:sldMk cId="0" sldId="260"/>
            <ac:spMk id="7" creationId="{00000000-0000-0000-0000-000000000000}"/>
          </ac:spMkLst>
        </pc:spChg>
        <pc:spChg chg="mod topLvl">
          <ac:chgData name="AMIT FRECHTER" userId="0d0d7284-c199-4fd8-a231-491a302e689c" providerId="ADAL" clId="{3D64C140-5F52-457A-8283-B7847613F3E3}" dt="2026-08-19T11:17:40.200" v="2511" actId="207"/>
          <ac:spMkLst>
            <pc:docMk/>
            <pc:sldMk cId="0" sldId="260"/>
            <ac:spMk id="8" creationId="{00000000-0000-0000-0000-000000000000}"/>
          </ac:spMkLst>
        </pc:spChg>
        <pc:spChg chg="mod topLvl">
          <ac:chgData name="AMIT FRECHTER" userId="0d0d7284-c199-4fd8-a231-491a302e689c" providerId="ADAL" clId="{3D64C140-5F52-457A-8283-B7847613F3E3}" dt="2026-08-19T08:05:13.313" v="1475" actId="165"/>
          <ac:spMkLst>
            <pc:docMk/>
            <pc:sldMk cId="0" sldId="260"/>
            <ac:spMk id="9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33:05.499" v="963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33:16.712" v="966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33:14.160" v="965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33:07.806" v="964" actId="478"/>
          <ac:spMkLst>
            <pc:docMk/>
            <pc:sldMk cId="0" sldId="260"/>
            <ac:spMk id="13" creationId="{00000000-0000-0000-0000-000000000000}"/>
          </ac:spMkLst>
        </pc:spChg>
        <pc:spChg chg="mod topLvl">
          <ac:chgData name="AMIT FRECHTER" userId="0d0d7284-c199-4fd8-a231-491a302e689c" providerId="ADAL" clId="{3D64C140-5F52-457A-8283-B7847613F3E3}" dt="2026-08-19T11:17:40.200" v="2511" actId="207"/>
          <ac:spMkLst>
            <pc:docMk/>
            <pc:sldMk cId="0" sldId="260"/>
            <ac:spMk id="14" creationId="{00000000-0000-0000-0000-000000000000}"/>
          </ac:spMkLst>
        </pc:spChg>
        <pc:spChg chg="mod topLvl">
          <ac:chgData name="AMIT FRECHTER" userId="0d0d7284-c199-4fd8-a231-491a302e689c" providerId="ADAL" clId="{3D64C140-5F52-457A-8283-B7847613F3E3}" dt="2026-08-19T08:06:11.845" v="1484" actId="1076"/>
          <ac:spMkLst>
            <pc:docMk/>
            <pc:sldMk cId="0" sldId="260"/>
            <ac:spMk id="15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7:34:53.156" v="1052" actId="478"/>
          <ac:spMkLst>
            <pc:docMk/>
            <pc:sldMk cId="0" sldId="260"/>
            <ac:spMk id="16" creationId="{00000000-0000-0000-0000-000000000000}"/>
          </ac:spMkLst>
        </pc:spChg>
        <pc:spChg chg="add mod">
          <ac:chgData name="AMIT FRECHTER" userId="0d0d7284-c199-4fd8-a231-491a302e689c" providerId="ADAL" clId="{3D64C140-5F52-457A-8283-B7847613F3E3}" dt="2026-08-19T08:12:34.025" v="1543" actId="12788"/>
          <ac:spMkLst>
            <pc:docMk/>
            <pc:sldMk cId="0" sldId="260"/>
            <ac:spMk id="22" creationId="{D872DFAA-7F32-9C18-C05B-3327B2394EBE}"/>
          </ac:spMkLst>
        </pc:spChg>
        <pc:grpChg chg="add del mod">
          <ac:chgData name="AMIT FRECHTER" userId="0d0d7284-c199-4fd8-a231-491a302e689c" providerId="ADAL" clId="{3D64C140-5F52-457A-8283-B7847613F3E3}" dt="2026-08-19T08:05:13.313" v="1475" actId="165"/>
          <ac:grpSpMkLst>
            <pc:docMk/>
            <pc:sldMk cId="0" sldId="260"/>
            <ac:grpSpMk id="19" creationId="{ABA58F8A-2885-76B8-A9CB-FFDDD54A95B6}"/>
          </ac:grpSpMkLst>
        </pc:grpChg>
        <pc:grpChg chg="add del mod">
          <ac:chgData name="AMIT FRECHTER" userId="0d0d7284-c199-4fd8-a231-491a302e689c" providerId="ADAL" clId="{3D64C140-5F52-457A-8283-B7847613F3E3}" dt="2026-08-19T08:05:40.345" v="1480" actId="165"/>
          <ac:grpSpMkLst>
            <pc:docMk/>
            <pc:sldMk cId="0" sldId="260"/>
            <ac:grpSpMk id="20" creationId="{1BC4BCAD-A849-4D84-461F-B1CC34FE3AAF}"/>
          </ac:grpSpMkLst>
        </pc:grpChg>
      </pc:sldChg>
      <pc:sldChg chg="addSp delSp modSp mod modAnim modNotesTx">
        <pc:chgData name="AMIT FRECHTER" userId="0d0d7284-c199-4fd8-a231-491a302e689c" providerId="ADAL" clId="{3D64C140-5F52-457A-8283-B7847613F3E3}" dt="2026-08-19T10:37:46.455" v="2214"/>
        <pc:sldMkLst>
          <pc:docMk/>
          <pc:sldMk cId="0" sldId="261"/>
        </pc:sldMkLst>
        <pc:spChg chg="mod">
          <ac:chgData name="AMIT FRECHTER" userId="0d0d7284-c199-4fd8-a231-491a302e689c" providerId="ADAL" clId="{3D64C140-5F52-457A-8283-B7847613F3E3}" dt="2026-08-19T08:13:20.605" v="1561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08:14:34.874" v="1596" actId="20577"/>
          <ac:spMkLst>
            <pc:docMk/>
            <pc:sldMk cId="0" sldId="261"/>
            <ac:spMk id="4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46.634" v="1597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08:14:51.453" v="1598" actId="478"/>
          <ac:spMkLst>
            <pc:docMk/>
            <pc:sldMk cId="0" sldId="261"/>
            <ac:spMk id="18" creationId="{00000000-0000-0000-0000-000000000000}"/>
          </ac:spMkLst>
        </pc:spChg>
        <pc:spChg chg="add mod">
          <ac:chgData name="AMIT FRECHTER" userId="0d0d7284-c199-4fd8-a231-491a302e689c" providerId="ADAL" clId="{3D64C140-5F52-457A-8283-B7847613F3E3}" dt="2026-08-19T08:18:06.595" v="1651" actId="164"/>
          <ac:spMkLst>
            <pc:docMk/>
            <pc:sldMk cId="0" sldId="261"/>
            <ac:spMk id="23" creationId="{4578061F-50C7-5CFC-E0DE-A7A82469FE18}"/>
          </ac:spMkLst>
        </pc:spChg>
        <pc:spChg chg="add mod ord">
          <ac:chgData name="AMIT FRECHTER" userId="0d0d7284-c199-4fd8-a231-491a302e689c" providerId="ADAL" clId="{3D64C140-5F52-457A-8283-B7847613F3E3}" dt="2026-08-19T08:18:06.595" v="1651" actId="164"/>
          <ac:spMkLst>
            <pc:docMk/>
            <pc:sldMk cId="0" sldId="261"/>
            <ac:spMk id="24" creationId="{E9D3AFD6-9D76-B8EC-3208-2BD5289900F3}"/>
          </ac:spMkLst>
        </pc:spChg>
        <pc:spChg chg="mod">
          <ac:chgData name="AMIT FRECHTER" userId="0d0d7284-c199-4fd8-a231-491a302e689c" providerId="ADAL" clId="{3D64C140-5F52-457A-8283-B7847613F3E3}" dt="2026-08-19T08:18:07.905" v="1652"/>
          <ac:spMkLst>
            <pc:docMk/>
            <pc:sldMk cId="0" sldId="261"/>
            <ac:spMk id="27" creationId="{60570BF6-B9BD-86BF-BDCF-952B7690130D}"/>
          </ac:spMkLst>
        </pc:spChg>
        <pc:spChg chg="mod">
          <ac:chgData name="AMIT FRECHTER" userId="0d0d7284-c199-4fd8-a231-491a302e689c" providerId="ADAL" clId="{3D64C140-5F52-457A-8283-B7847613F3E3}" dt="2026-08-19T08:19:32.948" v="1654"/>
          <ac:spMkLst>
            <pc:docMk/>
            <pc:sldMk cId="0" sldId="261"/>
            <ac:spMk id="28" creationId="{DF79218D-0988-6238-D114-E810AB573EFE}"/>
          </ac:spMkLst>
        </pc:spChg>
        <pc:spChg chg="mod">
          <ac:chgData name="AMIT FRECHTER" userId="0d0d7284-c199-4fd8-a231-491a302e689c" providerId="ADAL" clId="{3D64C140-5F52-457A-8283-B7847613F3E3}" dt="2026-08-19T08:19:48.676" v="1656"/>
          <ac:spMkLst>
            <pc:docMk/>
            <pc:sldMk cId="0" sldId="261"/>
            <ac:spMk id="30" creationId="{1F9709FD-6A0F-053E-223B-88F462B008A5}"/>
          </ac:spMkLst>
        </pc:spChg>
        <pc:spChg chg="mod">
          <ac:chgData name="AMIT FRECHTER" userId="0d0d7284-c199-4fd8-a231-491a302e689c" providerId="ADAL" clId="{3D64C140-5F52-457A-8283-B7847613F3E3}" dt="2026-08-19T08:21:03.306" v="1753"/>
          <ac:spMkLst>
            <pc:docMk/>
            <pc:sldMk cId="0" sldId="261"/>
            <ac:spMk id="31" creationId="{1709BB38-A374-258F-D262-71A3323A65C9}"/>
          </ac:spMkLst>
        </pc:spChg>
        <pc:grpChg chg="add mod">
          <ac:chgData name="AMIT FRECHTER" userId="0d0d7284-c199-4fd8-a231-491a302e689c" providerId="ADAL" clId="{3D64C140-5F52-457A-8283-B7847613F3E3}" dt="2026-08-19T08:22:41.795" v="1786" actId="1036"/>
          <ac:grpSpMkLst>
            <pc:docMk/>
            <pc:sldMk cId="0" sldId="261"/>
            <ac:grpSpMk id="25" creationId="{E4C6C240-1DDE-14DC-DFE7-6867F3511BCF}"/>
          </ac:grpSpMkLst>
        </pc:grpChg>
        <pc:grpChg chg="add mod">
          <ac:chgData name="AMIT FRECHTER" userId="0d0d7284-c199-4fd8-a231-491a302e689c" providerId="ADAL" clId="{3D64C140-5F52-457A-8283-B7847613F3E3}" dt="2026-08-19T08:22:46.022" v="1792" actId="1036"/>
          <ac:grpSpMkLst>
            <pc:docMk/>
            <pc:sldMk cId="0" sldId="261"/>
            <ac:grpSpMk id="26" creationId="{09B5F6AB-BF5F-5467-A570-76CD19E09C45}"/>
          </ac:grpSpMkLst>
        </pc:grpChg>
        <pc:grpChg chg="add mod">
          <ac:chgData name="AMIT FRECHTER" userId="0d0d7284-c199-4fd8-a231-491a302e689c" providerId="ADAL" clId="{3D64C140-5F52-457A-8283-B7847613F3E3}" dt="2026-08-19T08:22:52.613" v="1801" actId="1035"/>
          <ac:grpSpMkLst>
            <pc:docMk/>
            <pc:sldMk cId="0" sldId="261"/>
            <ac:grpSpMk id="29" creationId="{B874CA6C-DDF5-464F-67B1-3725BC882863}"/>
          </ac:grpSpMkLst>
        </pc:grpChg>
      </pc:sldChg>
      <pc:sldChg chg="addSp delSp modSp mod addAnim delAnim modAnim modNotesTx">
        <pc:chgData name="AMIT FRECHTER" userId="0d0d7284-c199-4fd8-a231-491a302e689c" providerId="ADAL" clId="{3D64C140-5F52-457A-8283-B7847613F3E3}" dt="2026-08-20T08:21:08.044" v="3678"/>
        <pc:sldMkLst>
          <pc:docMk/>
          <pc:sldMk cId="0" sldId="262"/>
        </pc:sldMkLst>
        <pc:spChg chg="mod">
          <ac:chgData name="AMIT FRECHTER" userId="0d0d7284-c199-4fd8-a231-491a302e689c" providerId="ADAL" clId="{3D64C140-5F52-457A-8283-B7847613F3E3}" dt="2026-08-19T11:03:07.367" v="2354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11:03:18.774" v="2362" actId="20577"/>
          <ac:spMkLst>
            <pc:docMk/>
            <pc:sldMk cId="0" sldId="262"/>
            <ac:spMk id="4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0.517" v="2364" actId="478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AMIT FRECHTER" userId="0d0d7284-c199-4fd8-a231-491a302e689c" providerId="ADAL" clId="{3D64C140-5F52-457A-8283-B7847613F3E3}" dt="2026-08-20T06:40:24.780" v="3423" actId="1035"/>
          <ac:spMkLst>
            <pc:docMk/>
            <pc:sldMk cId="0" sldId="262"/>
            <ac:spMk id="6" creationId="{A7A81DE0-E3FE-3905-0EFC-2BC757A52FE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7" creationId="{00000000-0000-0000-0000-000000000000}"/>
          </ac:spMkLst>
        </pc:spChg>
        <pc:spChg chg="add mod">
          <ac:chgData name="AMIT FRECHTER" userId="0d0d7284-c199-4fd8-a231-491a302e689c" providerId="ADAL" clId="{3D64C140-5F52-457A-8283-B7847613F3E3}" dt="2026-08-20T06:40:56.325" v="3467" actId="20577"/>
          <ac:spMkLst>
            <pc:docMk/>
            <pc:sldMk cId="0" sldId="262"/>
            <ac:spMk id="7" creationId="{76630BA3-56FA-C1E4-16EC-60D27DC29EB1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8.408" v="2366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06:05.675" v="2365" actId="478"/>
          <ac:spMkLst>
            <pc:docMk/>
            <pc:sldMk cId="0" sldId="262"/>
            <ac:spMk id="25" creationId="{00000000-0000-0000-0000-000000000000}"/>
          </ac:spMkLst>
        </pc:spChg>
        <pc:spChg chg="add mod">
          <ac:chgData name="AMIT FRECHTER" userId="0d0d7284-c199-4fd8-a231-491a302e689c" providerId="ADAL" clId="{3D64C140-5F52-457A-8283-B7847613F3E3}" dt="2026-08-20T06:40:04.849" v="3337" actId="1036"/>
          <ac:spMkLst>
            <pc:docMk/>
            <pc:sldMk cId="0" sldId="262"/>
            <ac:spMk id="28" creationId="{4CF618AB-7D4F-E0C0-EFEC-2C6C1F4AF7E3}"/>
          </ac:spMkLst>
        </pc:spChg>
        <pc:spChg chg="add mod">
          <ac:chgData name="AMIT FRECHTER" userId="0d0d7284-c199-4fd8-a231-491a302e689c" providerId="ADAL" clId="{3D64C140-5F52-457A-8283-B7847613F3E3}" dt="2026-08-20T06:40:04.849" v="3337" actId="1036"/>
          <ac:spMkLst>
            <pc:docMk/>
            <pc:sldMk cId="0" sldId="262"/>
            <ac:spMk id="29" creationId="{3F5D593F-0236-799C-7FFE-BE757BAD5D06}"/>
          </ac:spMkLst>
        </pc:spChg>
        <pc:spChg chg="add mod">
          <ac:chgData name="AMIT FRECHTER" userId="0d0d7284-c199-4fd8-a231-491a302e689c" providerId="ADAL" clId="{3D64C140-5F52-457A-8283-B7847613F3E3}" dt="2026-08-20T06:41:18.309" v="3482" actId="1035"/>
          <ac:spMkLst>
            <pc:docMk/>
            <pc:sldMk cId="0" sldId="262"/>
            <ac:spMk id="30" creationId="{EA468C6A-4FE2-E35B-EEC8-9DCBF6675D59}"/>
          </ac:spMkLst>
        </pc:spChg>
        <pc:spChg chg="add mod">
          <ac:chgData name="AMIT FRECHTER" userId="0d0d7284-c199-4fd8-a231-491a302e689c" providerId="ADAL" clId="{3D64C140-5F52-457A-8283-B7847613F3E3}" dt="2026-08-20T06:41:18.309" v="3482" actId="1035"/>
          <ac:spMkLst>
            <pc:docMk/>
            <pc:sldMk cId="0" sldId="262"/>
            <ac:spMk id="31" creationId="{53E3E471-090D-94DE-906B-0E355D03FC55}"/>
          </ac:spMkLst>
        </pc:spChg>
      </pc:sldChg>
      <pc:sldChg chg="del">
        <pc:chgData name="AMIT FRECHTER" userId="0d0d7284-c199-4fd8-a231-491a302e689c" providerId="ADAL" clId="{3D64C140-5F52-457A-8283-B7847613F3E3}" dt="2026-08-19T11:12:06.864" v="2494" actId="47"/>
        <pc:sldMkLst>
          <pc:docMk/>
          <pc:sldMk cId="0" sldId="263"/>
        </pc:sldMkLst>
      </pc:sldChg>
      <pc:sldChg chg="del">
        <pc:chgData name="AMIT FRECHTER" userId="0d0d7284-c199-4fd8-a231-491a302e689c" providerId="ADAL" clId="{3D64C140-5F52-457A-8283-B7847613F3E3}" dt="2026-08-19T11:12:04.521" v="2493" actId="47"/>
        <pc:sldMkLst>
          <pc:docMk/>
          <pc:sldMk cId="0" sldId="264"/>
        </pc:sldMkLst>
      </pc:sldChg>
      <pc:sldChg chg="delSp modSp mod">
        <pc:chgData name="AMIT FRECHTER" userId="0d0d7284-c199-4fd8-a231-491a302e689c" providerId="ADAL" clId="{3D64C140-5F52-457A-8283-B7847613F3E3}" dt="2026-08-19T11:12:47.191" v="2497" actId="12789"/>
        <pc:sldMkLst>
          <pc:docMk/>
          <pc:sldMk cId="0" sldId="265"/>
        </pc:sldMkLst>
        <pc:spChg chg="del">
          <ac:chgData name="AMIT FRECHTER" userId="0d0d7284-c199-4fd8-a231-491a302e689c" providerId="ADAL" clId="{3D64C140-5F52-457A-8283-B7847613F3E3}" dt="2026-08-19T11:12:29.090" v="2495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AMIT FRECHTER" userId="0d0d7284-c199-4fd8-a231-491a302e689c" providerId="ADAL" clId="{3D64C140-5F52-457A-8283-B7847613F3E3}" dt="2026-08-19T11:12:31.921" v="2496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AMIT FRECHTER" userId="0d0d7284-c199-4fd8-a231-491a302e689c" providerId="ADAL" clId="{3D64C140-5F52-457A-8283-B7847613F3E3}" dt="2026-08-19T11:12:47.191" v="2497" actId="12789"/>
          <ac:spMkLst>
            <pc:docMk/>
            <pc:sldMk cId="0" sldId="265"/>
            <ac:spMk id="5" creationId="{00000000-0000-0000-0000-000000000000}"/>
          </ac:spMkLst>
        </pc:spChg>
      </pc:sldChg>
      <pc:sldChg chg="del">
        <pc:chgData name="AMIT FRECHTER" userId="0d0d7284-c199-4fd8-a231-491a302e689c" providerId="ADAL" clId="{3D64C140-5F52-457A-8283-B7847613F3E3}" dt="2026-08-19T11:12:00.933" v="2492" actId="47"/>
        <pc:sldMkLst>
          <pc:docMk/>
          <pc:sldMk cId="0" sldId="266"/>
        </pc:sldMkLst>
      </pc:sldChg>
      <pc:sldChg chg="addSp delSp modSp add mod setBg delAnim modAnim">
        <pc:chgData name="AMIT FRECHTER" userId="0d0d7284-c199-4fd8-a231-491a302e689c" providerId="ADAL" clId="{3D64C140-5F52-457A-8283-B7847613F3E3}" dt="2026-08-19T11:01:20.341" v="2346" actId="20577"/>
        <pc:sldMkLst>
          <pc:docMk/>
          <pc:sldMk cId="1462347836" sldId="267"/>
        </pc:sldMkLst>
        <pc:spChg chg="mod">
          <ac:chgData name="AMIT FRECHTER" userId="0d0d7284-c199-4fd8-a231-491a302e689c" providerId="ADAL" clId="{3D64C140-5F52-457A-8283-B7847613F3E3}" dt="2026-08-19T08:24:45.888" v="1815" actId="20577"/>
          <ac:spMkLst>
            <pc:docMk/>
            <pc:sldMk cId="1462347836" sldId="267"/>
            <ac:spMk id="3" creationId="{011F8676-A1F6-C3D6-C01F-D9AF52FA5D52}"/>
          </ac:spMkLst>
        </pc:spChg>
        <pc:spChg chg="mod">
          <ac:chgData name="AMIT FRECHTER" userId="0d0d7284-c199-4fd8-a231-491a302e689c" providerId="ADAL" clId="{3D64C140-5F52-457A-8283-B7847613F3E3}" dt="2026-08-19T11:01:20.341" v="2346" actId="20577"/>
          <ac:spMkLst>
            <pc:docMk/>
            <pc:sldMk cId="1462347836" sldId="267"/>
            <ac:spMk id="4" creationId="{8CFF5DA7-01D4-A128-6282-239E931FE67D}"/>
          </ac:spMkLst>
        </pc:spChg>
        <pc:spChg chg="mod">
          <ac:chgData name="AMIT FRECHTER" userId="0d0d7284-c199-4fd8-a231-491a302e689c" providerId="ADAL" clId="{3D64C140-5F52-457A-8283-B7847613F3E3}" dt="2026-08-19T09:04:00.699" v="2105" actId="1035"/>
          <ac:spMkLst>
            <pc:docMk/>
            <pc:sldMk cId="1462347836" sldId="267"/>
            <ac:spMk id="5" creationId="{3E3CE786-53E7-759E-A537-93F9AA4C9BE0}"/>
          </ac:spMkLst>
        </pc:spChg>
        <pc:spChg chg="add mod topLvl">
          <ac:chgData name="AMIT FRECHTER" userId="0d0d7284-c199-4fd8-a231-491a302e689c" providerId="ADAL" clId="{3D64C140-5F52-457A-8283-B7847613F3E3}" dt="2026-08-19T10:38:27.901" v="2217" actId="165"/>
          <ac:spMkLst>
            <pc:docMk/>
            <pc:sldMk cId="1462347836" sldId="267"/>
            <ac:spMk id="7" creationId="{F78E9650-15CB-1B8D-3A49-EC4D98B927D6}"/>
          </ac:spMkLst>
        </pc:spChg>
        <pc:spChg chg="add del mod">
          <ac:chgData name="AMIT FRECHTER" userId="0d0d7284-c199-4fd8-a231-491a302e689c" providerId="ADAL" clId="{3D64C140-5F52-457A-8283-B7847613F3E3}" dt="2026-08-19T10:31:48.782" v="2139" actId="478"/>
          <ac:spMkLst>
            <pc:docMk/>
            <pc:sldMk cId="1462347836" sldId="267"/>
            <ac:spMk id="8" creationId="{0EF0E1DA-4890-3E99-0EC9-6459E688AB93}"/>
          </ac:spMkLst>
        </pc:spChg>
        <pc:spChg chg="add mod topLvl">
          <ac:chgData name="AMIT FRECHTER" userId="0d0d7284-c199-4fd8-a231-491a302e689c" providerId="ADAL" clId="{3D64C140-5F52-457A-8283-B7847613F3E3}" dt="2026-08-19T10:38:27.901" v="2217" actId="165"/>
          <ac:spMkLst>
            <pc:docMk/>
            <pc:sldMk cId="1462347836" sldId="267"/>
            <ac:spMk id="10" creationId="{F0690554-09E1-2FCA-E6B2-8B4519E8B1CC}"/>
          </ac:spMkLst>
        </pc:spChg>
        <pc:spChg chg="add del mod">
          <ac:chgData name="AMIT FRECHTER" userId="0d0d7284-c199-4fd8-a231-491a302e689c" providerId="ADAL" clId="{3D64C140-5F52-457A-8283-B7847613F3E3}" dt="2026-08-19T10:35:20.785" v="2200" actId="478"/>
          <ac:spMkLst>
            <pc:docMk/>
            <pc:sldMk cId="1462347836" sldId="267"/>
            <ac:spMk id="13" creationId="{65807BC2-922C-D5FF-1C7D-CF0A518BAEAB}"/>
          </ac:spMkLst>
        </pc:spChg>
        <pc:spChg chg="add del mod">
          <ac:chgData name="AMIT FRECHTER" userId="0d0d7284-c199-4fd8-a231-491a302e689c" providerId="ADAL" clId="{3D64C140-5F52-457A-8283-B7847613F3E3}" dt="2026-08-19T10:35:18.586" v="2199" actId="478"/>
          <ac:spMkLst>
            <pc:docMk/>
            <pc:sldMk cId="1462347836" sldId="267"/>
            <ac:spMk id="15" creationId="{5B246B76-06EB-9E62-F8FD-5B1ADEF6ACEB}"/>
          </ac:spMkLst>
        </pc:spChg>
        <pc:spChg chg="add del mod">
          <ac:chgData name="AMIT FRECHTER" userId="0d0d7284-c199-4fd8-a231-491a302e689c" providerId="ADAL" clId="{3D64C140-5F52-457A-8283-B7847613F3E3}" dt="2026-08-19T11:00:54.846" v="2318" actId="478"/>
          <ac:spMkLst>
            <pc:docMk/>
            <pc:sldMk cId="1462347836" sldId="267"/>
            <ac:spMk id="16" creationId="{C920DDC1-C3E9-B537-59A5-F7A9E1E189B2}"/>
          </ac:spMkLst>
        </pc:spChg>
        <pc:grpChg chg="add del mod">
          <ac:chgData name="AMIT FRECHTER" userId="0d0d7284-c199-4fd8-a231-491a302e689c" providerId="ADAL" clId="{3D64C140-5F52-457A-8283-B7847613F3E3}" dt="2026-08-19T10:38:27.901" v="2217" actId="165"/>
          <ac:grpSpMkLst>
            <pc:docMk/>
            <pc:sldMk cId="1462347836" sldId="267"/>
            <ac:grpSpMk id="11" creationId="{010B920C-983C-0AC7-3EE3-93D9761A92CD}"/>
          </ac:grpSpMkLst>
        </pc:grpChg>
        <pc:grpChg chg="del">
          <ac:chgData name="AMIT FRECHTER" userId="0d0d7284-c199-4fd8-a231-491a302e689c" providerId="ADAL" clId="{3D64C140-5F52-457A-8283-B7847613F3E3}" dt="2026-08-19T08:25:23.686" v="1839" actId="478"/>
          <ac:grpSpMkLst>
            <pc:docMk/>
            <pc:sldMk cId="1462347836" sldId="267"/>
            <ac:grpSpMk id="25" creationId="{11E5B35C-8B86-93BC-5B32-EBCC78751128}"/>
          </ac:grpSpMkLst>
        </pc:grpChg>
        <pc:grpChg chg="del">
          <ac:chgData name="AMIT FRECHTER" userId="0d0d7284-c199-4fd8-a231-491a302e689c" providerId="ADAL" clId="{3D64C140-5F52-457A-8283-B7847613F3E3}" dt="2026-08-19T08:25:23.686" v="1839" actId="478"/>
          <ac:grpSpMkLst>
            <pc:docMk/>
            <pc:sldMk cId="1462347836" sldId="267"/>
            <ac:grpSpMk id="26" creationId="{EB0EADEA-D76B-D8CB-EDDB-E1096E582A82}"/>
          </ac:grpSpMkLst>
        </pc:grpChg>
        <pc:grpChg chg="del">
          <ac:chgData name="AMIT FRECHTER" userId="0d0d7284-c199-4fd8-a231-491a302e689c" providerId="ADAL" clId="{3D64C140-5F52-457A-8283-B7847613F3E3}" dt="2026-08-19T08:25:23.686" v="1839" actId="478"/>
          <ac:grpSpMkLst>
            <pc:docMk/>
            <pc:sldMk cId="1462347836" sldId="267"/>
            <ac:grpSpMk id="29" creationId="{C9E91CAE-B4AB-C3E4-5EC6-A8636B5A5DE3}"/>
          </ac:grpSpMkLst>
        </pc:grpChg>
        <pc:graphicFrameChg chg="add mod">
          <ac:chgData name="AMIT FRECHTER" userId="0d0d7284-c199-4fd8-a231-491a302e689c" providerId="ADAL" clId="{3D64C140-5F52-457A-8283-B7847613F3E3}" dt="2026-08-19T08:24:23.215" v="1803"/>
          <ac:graphicFrameMkLst>
            <pc:docMk/>
            <pc:sldMk cId="1462347836" sldId="267"/>
            <ac:graphicFrameMk id="6" creationId="{887B8604-E892-565D-E21C-4DD0F27F3050}"/>
          </ac:graphicFrameMkLst>
        </pc:graphicFrameChg>
        <pc:graphicFrameChg chg="add del mod modGraphic">
          <ac:chgData name="AMIT FRECHTER" userId="0d0d7284-c199-4fd8-a231-491a302e689c" providerId="ADAL" clId="{3D64C140-5F52-457A-8283-B7847613F3E3}" dt="2026-08-19T08:50:57.068" v="1883" actId="478"/>
          <ac:graphicFrameMkLst>
            <pc:docMk/>
            <pc:sldMk cId="1462347836" sldId="267"/>
            <ac:graphicFrameMk id="7" creationId="{40309885-55F8-D8C4-94A5-DE482D638120}"/>
          </ac:graphicFrameMkLst>
        </pc:graphicFrameChg>
        <pc:graphicFrameChg chg="add del mod modGraphic">
          <ac:chgData name="AMIT FRECHTER" userId="0d0d7284-c199-4fd8-a231-491a302e689c" providerId="ADAL" clId="{3D64C140-5F52-457A-8283-B7847613F3E3}" dt="2026-08-19T09:00:31.036" v="2013" actId="478"/>
          <ac:graphicFrameMkLst>
            <pc:docMk/>
            <pc:sldMk cId="1462347836" sldId="267"/>
            <ac:graphicFrameMk id="9" creationId="{B5E0CE8B-57E3-E48E-7434-9407D56E457C}"/>
          </ac:graphicFrameMkLst>
        </pc:graphicFrameChg>
      </pc:sldChg>
      <pc:sldChg chg="addSp delSp modSp add mod delAnim modAnim">
        <pc:chgData name="AMIT FRECHTER" userId="0d0d7284-c199-4fd8-a231-491a302e689c" providerId="ADAL" clId="{3D64C140-5F52-457A-8283-B7847613F3E3}" dt="2026-08-20T06:25:02.496" v="3065" actId="207"/>
        <pc:sldMkLst>
          <pc:docMk/>
          <pc:sldMk cId="1760751274" sldId="268"/>
        </pc:sldMkLst>
        <pc:spChg chg="mod">
          <ac:chgData name="AMIT FRECHTER" userId="0d0d7284-c199-4fd8-a231-491a302e689c" providerId="ADAL" clId="{3D64C140-5F52-457A-8283-B7847613F3E3}" dt="2026-08-19T11:01:12.197" v="2337" actId="20577"/>
          <ac:spMkLst>
            <pc:docMk/>
            <pc:sldMk cId="1760751274" sldId="268"/>
            <ac:spMk id="4" creationId="{FF230069-AF1B-EC32-9DCC-BAD935CF71DF}"/>
          </ac:spMkLst>
        </pc:spChg>
        <pc:spChg chg="mod">
          <ac:chgData name="AMIT FRECHTER" userId="0d0d7284-c199-4fd8-a231-491a302e689c" providerId="ADAL" clId="{3D64C140-5F52-457A-8283-B7847613F3E3}" dt="2026-08-20T06:25:02.496" v="3065" actId="207"/>
          <ac:spMkLst>
            <pc:docMk/>
            <pc:sldMk cId="1760751274" sldId="268"/>
            <ac:spMk id="7" creationId="{BC31A826-B472-3C6B-E7CF-370F8E686003}"/>
          </ac:spMkLst>
        </pc:spChg>
        <pc:spChg chg="del mod">
          <ac:chgData name="AMIT FRECHTER" userId="0d0d7284-c199-4fd8-a231-491a302e689c" providerId="ADAL" clId="{3D64C140-5F52-457A-8283-B7847613F3E3}" dt="2026-08-19T11:01:35.024" v="2347" actId="478"/>
          <ac:spMkLst>
            <pc:docMk/>
            <pc:sldMk cId="1760751274" sldId="268"/>
            <ac:spMk id="16" creationId="{AEAD1101-6762-B762-4551-B17A6DED70A0}"/>
          </ac:spMkLst>
        </pc:spChg>
        <pc:graphicFrameChg chg="add del mod modGraphic">
          <ac:chgData name="AMIT FRECHTER" userId="0d0d7284-c199-4fd8-a231-491a302e689c" providerId="ADAL" clId="{3D64C140-5F52-457A-8283-B7847613F3E3}" dt="2026-08-19T11:00:37.089" v="2316" actId="478"/>
          <ac:graphicFrameMkLst>
            <pc:docMk/>
            <pc:sldMk cId="1760751274" sldId="268"/>
            <ac:graphicFrameMk id="6" creationId="{09E4FDBA-39FA-A2D1-D186-0ECF7B6DEB2B}"/>
          </ac:graphicFrameMkLst>
        </pc:graphicFrameChg>
      </pc:sldChg>
      <pc:sldChg chg="modSp add del mod">
        <pc:chgData name="AMIT FRECHTER" userId="0d0d7284-c199-4fd8-a231-491a302e689c" providerId="ADAL" clId="{3D64C140-5F52-457A-8283-B7847613F3E3}" dt="2026-08-19T10:40:28.929" v="2223" actId="47"/>
        <pc:sldMkLst>
          <pc:docMk/>
          <pc:sldMk cId="3270620828" sldId="268"/>
        </pc:sldMkLst>
        <pc:spChg chg="mod">
          <ac:chgData name="AMIT FRECHTER" userId="0d0d7284-c199-4fd8-a231-491a302e689c" providerId="ADAL" clId="{3D64C140-5F52-457A-8283-B7847613F3E3}" dt="2026-08-19T09:05:31.426" v="2111" actId="20577"/>
          <ac:spMkLst>
            <pc:docMk/>
            <pc:sldMk cId="3270620828" sldId="268"/>
            <ac:spMk id="4" creationId="{5B333C84-0156-E5CC-EF56-D80DB85E0EEF}"/>
          </ac:spMkLst>
        </pc:spChg>
        <pc:spChg chg="mod">
          <ac:chgData name="AMIT FRECHTER" userId="0d0d7284-c199-4fd8-a231-491a302e689c" providerId="ADAL" clId="{3D64C140-5F52-457A-8283-B7847613F3E3}" dt="2026-08-19T10:30:17.544" v="2132" actId="1037"/>
          <ac:spMkLst>
            <pc:docMk/>
            <pc:sldMk cId="3270620828" sldId="268"/>
            <ac:spMk id="8" creationId="{4B4A1173-9CBC-5E55-E6A2-58046A8E48BC}"/>
          </ac:spMkLst>
        </pc:spChg>
      </pc:sldChg>
      <pc:sldChg chg="addSp delSp modSp add mod ord setBg delAnim modAnim">
        <pc:chgData name="AMIT FRECHTER" userId="0d0d7284-c199-4fd8-a231-491a302e689c" providerId="ADAL" clId="{3D64C140-5F52-457A-8283-B7847613F3E3}" dt="2026-08-20T08:18:51.825" v="3670"/>
        <pc:sldMkLst>
          <pc:docMk/>
          <pc:sldMk cId="418087011" sldId="269"/>
        </pc:sldMkLst>
        <pc:spChg chg="mod">
          <ac:chgData name="AMIT FRECHTER" userId="0d0d7284-c199-4fd8-a231-491a302e689c" providerId="ADAL" clId="{3D64C140-5F52-457A-8283-B7847613F3E3}" dt="2026-08-19T11:31:14.735" v="2561" actId="20577"/>
          <ac:spMkLst>
            <pc:docMk/>
            <pc:sldMk cId="418087011" sldId="269"/>
            <ac:spMk id="3" creationId="{FE3A38B8-6C61-2D57-D230-B321859E86B2}"/>
          </ac:spMkLst>
        </pc:spChg>
        <pc:spChg chg="mod">
          <ac:chgData name="AMIT FRECHTER" userId="0d0d7284-c199-4fd8-a231-491a302e689c" providerId="ADAL" clId="{3D64C140-5F52-457A-8283-B7847613F3E3}" dt="2026-08-19T11:31:41.469" v="2624" actId="20577"/>
          <ac:spMkLst>
            <pc:docMk/>
            <pc:sldMk cId="418087011" sldId="269"/>
            <ac:spMk id="4" creationId="{C9657176-9241-B39C-3CE1-AFB8AE0A9D5C}"/>
          </ac:spMkLst>
        </pc:spChg>
        <pc:spChg chg="add mod">
          <ac:chgData name="AMIT FRECHTER" userId="0d0d7284-c199-4fd8-a231-491a302e689c" providerId="ADAL" clId="{3D64C140-5F52-457A-8283-B7847613F3E3}" dt="2026-08-20T08:15:51.743" v="3658" actId="1036"/>
          <ac:spMkLst>
            <pc:docMk/>
            <pc:sldMk cId="418087011" sldId="269"/>
            <ac:spMk id="7" creationId="{3041A6FD-7197-F93A-F2EE-3E9BCE202A49}"/>
          </ac:spMkLst>
        </pc:spChg>
        <pc:spChg chg="add mod">
          <ac:chgData name="AMIT FRECHTER" userId="0d0d7284-c199-4fd8-a231-491a302e689c" providerId="ADAL" clId="{3D64C140-5F52-457A-8283-B7847613F3E3}" dt="2026-08-20T08:15:51.743" v="3658" actId="1036"/>
          <ac:spMkLst>
            <pc:docMk/>
            <pc:sldMk cId="418087011" sldId="269"/>
            <ac:spMk id="9" creationId="{C279A43E-FFDE-9F98-2C3E-555978C0E60B}"/>
          </ac:spMkLst>
        </pc:spChg>
        <pc:spChg chg="add mod">
          <ac:chgData name="AMIT FRECHTER" userId="0d0d7284-c199-4fd8-a231-491a302e689c" providerId="ADAL" clId="{3D64C140-5F52-457A-8283-B7847613F3E3}" dt="2026-08-20T08:15:51.743" v="3658" actId="1036"/>
          <ac:spMkLst>
            <pc:docMk/>
            <pc:sldMk cId="418087011" sldId="269"/>
            <ac:spMk id="11" creationId="{0FEB230A-929E-71B9-49D8-FDE611BC42C1}"/>
          </ac:spMkLst>
        </pc:spChg>
        <pc:spChg chg="add mod">
          <ac:chgData name="AMIT FRECHTER" userId="0d0d7284-c199-4fd8-a231-491a302e689c" providerId="ADAL" clId="{3D64C140-5F52-457A-8283-B7847613F3E3}" dt="2026-08-20T08:16:22.469" v="3662" actId="12788"/>
          <ac:spMkLst>
            <pc:docMk/>
            <pc:sldMk cId="418087011" sldId="269"/>
            <ac:spMk id="12" creationId="{7B993879-13B3-EFB8-55FA-2B75F54547AB}"/>
          </ac:spMkLst>
        </pc:spChg>
        <pc:spChg chg="add mod">
          <ac:chgData name="AMIT FRECHTER" userId="0d0d7284-c199-4fd8-a231-491a302e689c" providerId="ADAL" clId="{3D64C140-5F52-457A-8283-B7847613F3E3}" dt="2026-08-20T08:16:26.030" v="3663" actId="12788"/>
          <ac:spMkLst>
            <pc:docMk/>
            <pc:sldMk cId="418087011" sldId="269"/>
            <ac:spMk id="14" creationId="{9D202294-7AA9-1C6D-5924-5A5A453D1469}"/>
          </ac:spMkLst>
        </pc:spChg>
        <pc:spChg chg="del">
          <ac:chgData name="AMIT FRECHTER" userId="0d0d7284-c199-4fd8-a231-491a302e689c" providerId="ADAL" clId="{3D64C140-5F52-457A-8283-B7847613F3E3}" dt="2026-08-19T11:34:08.459" v="2626" actId="478"/>
          <ac:spMkLst>
            <pc:docMk/>
            <pc:sldMk cId="418087011" sldId="269"/>
            <ac:spMk id="28" creationId="{E4311D95-6897-5D44-E73D-EC4958953080}"/>
          </ac:spMkLst>
        </pc:spChg>
        <pc:spChg chg="del">
          <ac:chgData name="AMIT FRECHTER" userId="0d0d7284-c199-4fd8-a231-491a302e689c" providerId="ADAL" clId="{3D64C140-5F52-457A-8283-B7847613F3E3}" dt="2026-08-19T11:34:05.913" v="2625" actId="478"/>
          <ac:spMkLst>
            <pc:docMk/>
            <pc:sldMk cId="418087011" sldId="269"/>
            <ac:spMk id="29" creationId="{935729C9-6C7A-9EC9-8C2D-9E227845EDA0}"/>
          </ac:spMkLst>
        </pc:spChg>
        <pc:spChg chg="del">
          <ac:chgData name="AMIT FRECHTER" userId="0d0d7284-c199-4fd8-a231-491a302e689c" providerId="ADAL" clId="{3D64C140-5F52-457A-8283-B7847613F3E3}" dt="2026-08-19T11:34:10.369" v="2627" actId="478"/>
          <ac:spMkLst>
            <pc:docMk/>
            <pc:sldMk cId="418087011" sldId="269"/>
            <ac:spMk id="30" creationId="{2A7AA4CA-B1C6-2C0B-A867-D668809EA7B5}"/>
          </ac:spMkLst>
        </pc:spChg>
        <pc:spChg chg="del">
          <ac:chgData name="AMIT FRECHTER" userId="0d0d7284-c199-4fd8-a231-491a302e689c" providerId="ADAL" clId="{3D64C140-5F52-457A-8283-B7847613F3E3}" dt="2026-08-19T11:34:12.481" v="2628" actId="478"/>
          <ac:spMkLst>
            <pc:docMk/>
            <pc:sldMk cId="418087011" sldId="269"/>
            <ac:spMk id="31" creationId="{0A1CB1BE-0577-C0E2-7856-E2F69904439B}"/>
          </ac:spMkLst>
        </pc:spChg>
        <pc:graphicFrameChg chg="add del mod modGraphic">
          <ac:chgData name="AMIT FRECHTER" userId="0d0d7284-c199-4fd8-a231-491a302e689c" providerId="ADAL" clId="{3D64C140-5F52-457A-8283-B7847613F3E3}" dt="2026-08-20T08:14:49.580" v="3577" actId="478"/>
          <ac:graphicFrameMkLst>
            <pc:docMk/>
            <pc:sldMk cId="418087011" sldId="269"/>
            <ac:graphicFrameMk id="6" creationId="{A6439CF1-5E25-75E5-C2DD-A8FE0071D5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3712E-2F57-4671-928D-A021A37D815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2F472-C7D4-4044-AB07-BC66E0AB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0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19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25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3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BFD71-63DB-26E7-C38E-6DE67D12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855AF-464F-D4E0-6207-85064D4CD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9EDC7-E4F8-AA96-854E-E1046E2BD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A1EC0-F419-E38A-D894-9EE88DB12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01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AA70-9F3D-40BB-E6C5-0B3CE2FD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37E6C-D84A-8C4E-91C8-AF79F029B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3B5FD-A065-C77C-B409-540814BBA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F7034-816B-0C7A-4F1A-3F73C7FC1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31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83097-EF3E-8F7F-3153-A5A022C8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9B9E7-6E68-D126-6BFF-A94B0FCCD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208EC-7D28-3F27-9418-FB7C03E02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52F03-B401-3BA5-D45F-C7FD0EF28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28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22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1371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EC4B6"/>
                </a:solidFill>
                <a:latin typeface="Calibri"/>
              </a:rPr>
              <a:t>AI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51560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600" b="1" i="0" dirty="0">
                <a:solidFill>
                  <a:srgbClr val="FFFFFF"/>
                </a:solidFill>
                <a:latin typeface="Calibri"/>
              </a:rPr>
              <a:t>AIAC</a:t>
            </a:r>
            <a:r>
              <a:rPr lang="en-US" sz="6600" b="1" i="0" dirty="0">
                <a:solidFill>
                  <a:srgbClr val="FFFFFF"/>
                </a:solidFill>
                <a:latin typeface="Calibri"/>
              </a:rPr>
              <a:t> – Evaluation</a:t>
            </a:r>
            <a:endParaRPr sz="66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474754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61F36"/>
                </a:solidFill>
              </a:rPr>
              <a:t>How do we know how accurate the results are?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781716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45920"/>
            <a:ext cx="4430268" cy="36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800" b="1" dirty="0">
                <a:solidFill>
                  <a:srgbClr val="161F36"/>
                </a:solidFill>
                <a:latin typeface="Calibri"/>
              </a:rPr>
              <a:t>Reference exists </a:t>
            </a:r>
            <a:r>
              <a:rPr lang="en-US" sz="1800" dirty="0">
                <a:solidFill>
                  <a:srgbClr val="161F36"/>
                </a:solidFill>
                <a:latin typeface="Calibri"/>
              </a:rPr>
              <a:t>– compare to it</a:t>
            </a:r>
            <a:endParaRPr sz="180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3880397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744601"/>
            <a:ext cx="4233672" cy="36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800" b="1" dirty="0">
                <a:solidFill>
                  <a:srgbClr val="161F36"/>
                </a:solidFill>
                <a:latin typeface="Calibri"/>
              </a:rPr>
              <a:t>No reference </a:t>
            </a:r>
            <a:r>
              <a:rPr lang="en-US" sz="1800" dirty="0">
                <a:solidFill>
                  <a:srgbClr val="161F36"/>
                </a:solidFill>
                <a:latin typeface="Calibri"/>
              </a:rPr>
              <a:t>– </a:t>
            </a:r>
            <a:r>
              <a:rPr lang="en-US" dirty="0">
                <a:solidFill>
                  <a:srgbClr val="161F36"/>
                </a:solidFill>
                <a:latin typeface="Calibri"/>
              </a:rPr>
              <a:t>independent assessment</a:t>
            </a:r>
            <a:endParaRPr sz="180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86034" y="1494696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300" b="1" dirty="0">
                <a:solidFill>
                  <a:srgbClr val="161F36"/>
                </a:solidFill>
                <a:latin typeface="Calibri"/>
              </a:rPr>
              <a:t>Reference</a:t>
            </a:r>
            <a:endParaRPr sz="1300" b="1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800634" y="1494696"/>
            <a:ext cx="1828800" cy="77724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300" b="1" dirty="0">
                <a:solidFill>
                  <a:srgbClr val="161F36"/>
                </a:solidFill>
                <a:latin typeface="Calibri"/>
              </a:rPr>
              <a:t>AIAC</a:t>
            </a:r>
            <a:endParaRPr sz="1300" b="1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0CD9E1F-F4AF-1B55-1E18-2571EA492DDE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8114834" y="1883316"/>
            <a:ext cx="685800" cy="0"/>
          </a:xfrm>
          <a:prstGeom prst="straightConnector1">
            <a:avLst/>
          </a:prstGeom>
          <a:ln>
            <a:solidFill>
              <a:srgbClr val="1B8A8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367DF2B-2C13-694D-5C8C-36290A014F6C}"/>
              </a:ext>
            </a:extLst>
          </p:cNvPr>
          <p:cNvSpPr txBox="1"/>
          <p:nvPr/>
        </p:nvSpPr>
        <p:spPr>
          <a:xfrm>
            <a:off x="7572829" y="2506667"/>
            <a:ext cx="176980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>
                <a:solidFill>
                  <a:srgbClr val="161F36"/>
                </a:solidFill>
              </a:rPr>
              <a:t>Which is better?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B18447FE-91E2-CAF6-E3B3-0DD5DFD3CD47}"/>
              </a:ext>
            </a:extLst>
          </p:cNvPr>
          <p:cNvSpPr/>
          <p:nvPr/>
        </p:nvSpPr>
        <p:spPr>
          <a:xfrm>
            <a:off x="6286034" y="3593377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300" b="1" dirty="0">
                <a:solidFill>
                  <a:srgbClr val="161F36"/>
                </a:solidFill>
                <a:latin typeface="Calibri"/>
              </a:rPr>
              <a:t>X</a:t>
            </a:r>
            <a:endParaRPr sz="1300" b="1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D02D614C-5A44-6621-2C55-DEFE7F3E6AF9}"/>
              </a:ext>
            </a:extLst>
          </p:cNvPr>
          <p:cNvSpPr/>
          <p:nvPr/>
        </p:nvSpPr>
        <p:spPr>
          <a:xfrm>
            <a:off x="8800634" y="3593377"/>
            <a:ext cx="1828800" cy="77724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300" b="1" dirty="0">
                <a:solidFill>
                  <a:srgbClr val="161F36"/>
                </a:solidFill>
                <a:latin typeface="Calibri"/>
              </a:rPr>
              <a:t>AIAC</a:t>
            </a:r>
            <a:endParaRPr sz="1300" b="1" dirty="0">
              <a:solidFill>
                <a:srgbClr val="161F36"/>
              </a:solidFill>
              <a:latin typeface="Calibri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D81C9D-02CF-2BD5-DDBE-1A12584BCD30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8114834" y="3981997"/>
            <a:ext cx="685800" cy="0"/>
          </a:xfrm>
          <a:prstGeom prst="straightConnector1">
            <a:avLst/>
          </a:prstGeom>
          <a:ln>
            <a:solidFill>
              <a:srgbClr val="1B8A8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4D0D0C1-8793-CCA9-0234-F3ADDF66C807}"/>
              </a:ext>
            </a:extLst>
          </p:cNvPr>
          <p:cNvSpPr txBox="1"/>
          <p:nvPr/>
        </p:nvSpPr>
        <p:spPr>
          <a:xfrm>
            <a:off x="7276374" y="4598056"/>
            <a:ext cx="236271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>
                <a:solidFill>
                  <a:srgbClr val="161F36"/>
                </a:solidFill>
              </a:rPr>
              <a:t>Is it the best possible?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2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5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8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  <p:bldP spid="8" grpId="0" animBg="1"/>
      <p:bldP spid="9" grpId="0"/>
      <p:bldP spid="12" grpId="0" animBg="1"/>
      <p:bldP spid="12" grpId="1" animBg="1"/>
      <p:bldP spid="13" grpId="0" animBg="1"/>
      <p:bldP spid="13" grpId="1" animBg="1"/>
      <p:bldP spid="31" grpId="0"/>
      <p:bldP spid="31" grpId="1"/>
      <p:bldP spid="32" grpId="0" animBg="1"/>
      <p:bldP spid="33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370332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What makes it difficult?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780540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7" y="1691640"/>
            <a:ext cx="7607901" cy="34439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650" b="1" dirty="0">
                <a:solidFill>
                  <a:srgbClr val="161F36"/>
                </a:solidFill>
                <a:latin typeface="Calibri"/>
              </a:rPr>
              <a:t>Ground truth </a:t>
            </a:r>
            <a:r>
              <a:rPr lang="en-US" sz="1650" dirty="0">
                <a:solidFill>
                  <a:srgbClr val="161F36"/>
                </a:solidFill>
                <a:latin typeface="Calibri"/>
              </a:rPr>
              <a:t>– would be often missing or limited, even then it may be imperfect</a:t>
            </a:r>
            <a:endParaRPr sz="165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3700780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611880"/>
            <a:ext cx="5399532" cy="34439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650" b="1" dirty="0">
                <a:solidFill>
                  <a:srgbClr val="161F36"/>
                </a:solidFill>
                <a:latin typeface="Calibri"/>
              </a:rPr>
              <a:t>Judge is imperfect </a:t>
            </a:r>
            <a:r>
              <a:rPr lang="en-US" sz="1650" dirty="0">
                <a:solidFill>
                  <a:srgbClr val="161F36"/>
                </a:solidFill>
                <a:latin typeface="Calibri"/>
              </a:rPr>
              <a:t>– either LLM or human</a:t>
            </a:r>
            <a:endParaRPr sz="165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0080" y="4615180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526280"/>
            <a:ext cx="5717032" cy="1390573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650" b="1" dirty="0">
                <a:solidFill>
                  <a:srgbClr val="161F36"/>
                </a:solidFill>
                <a:latin typeface="Calibri"/>
              </a:rPr>
              <a:t>Domain nuances</a:t>
            </a:r>
          </a:p>
          <a:p>
            <a:pPr marL="285750" indent="-285750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61F36"/>
                </a:solidFill>
                <a:latin typeface="Calibri"/>
              </a:rPr>
              <a:t>Entitlements can be granted to users or roles</a:t>
            </a:r>
          </a:p>
          <a:p>
            <a:pPr marL="285750" indent="-285750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61F36"/>
                </a:solidFill>
                <a:latin typeface="Calibri"/>
              </a:rPr>
              <a:t>Unclear whether some operations are write/administrate </a:t>
            </a:r>
          </a:p>
          <a:p>
            <a:pPr marL="285750" indent="-285750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61F36"/>
                </a:solidFill>
                <a:latin typeface="Calibri"/>
              </a:rPr>
              <a:t>When least privilege should be mentioned</a:t>
            </a:r>
          </a:p>
          <a:p>
            <a:pPr marL="285750" indent="-285750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61F36"/>
                </a:solidFill>
                <a:latin typeface="Calibri"/>
              </a:rPr>
              <a:t>etc.</a:t>
            </a:r>
            <a:endParaRPr sz="165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C91E65-E1F1-8FB2-E49E-928AB152AD02}"/>
              </a:ext>
            </a:extLst>
          </p:cNvPr>
          <p:cNvSpPr/>
          <p:nvPr/>
        </p:nvSpPr>
        <p:spPr>
          <a:xfrm>
            <a:off x="640080" y="2749490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1252DF-A189-C9C3-BCC5-0F5158017841}"/>
              </a:ext>
            </a:extLst>
          </p:cNvPr>
          <p:cNvSpPr txBox="1"/>
          <p:nvPr/>
        </p:nvSpPr>
        <p:spPr>
          <a:xfrm>
            <a:off x="932688" y="2660590"/>
            <a:ext cx="5399532" cy="34439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650" b="1" dirty="0">
                <a:solidFill>
                  <a:srgbClr val="161F36"/>
                </a:solidFill>
                <a:latin typeface="Calibri"/>
              </a:rPr>
              <a:t>Many ways to be correct </a:t>
            </a:r>
            <a:r>
              <a:rPr lang="en-US" sz="1650" dirty="0">
                <a:solidFill>
                  <a:srgbClr val="161F36"/>
                </a:solidFill>
                <a:latin typeface="Calibri"/>
              </a:rPr>
              <a:t>– complicated to compare two texts</a:t>
            </a:r>
            <a:endParaRPr sz="1650" dirty="0">
              <a:solidFill>
                <a:srgbClr val="1F2937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9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build="allAtOnce"/>
      <p:bldP spid="8" grpId="0" animBg="1"/>
      <p:bldP spid="8" grpId="1" animBg="1"/>
      <p:bldP spid="9" grpId="0"/>
      <p:bldP spid="9" grpId="1"/>
      <p:bldP spid="10" grpId="0" animBg="1"/>
      <p:bldP spid="11" grpId="0"/>
      <p:bldP spid="12" grpId="0" animBg="1"/>
      <p:bldP spid="12" grpId="1" animBg="1"/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Entitlement vs user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1506" y="1965960"/>
            <a:ext cx="5078466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1506" y="2016760"/>
            <a:ext cx="5078466" cy="3012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/>
              </a:rPr>
              <a:t>Violations (per entitlement)</a:t>
            </a:r>
          </a:p>
          <a:p>
            <a:pPr algn="ctr"/>
            <a:endParaRPr lang="en-US" b="1" dirty="0">
              <a:solidFill>
                <a:schemeClr val="tx1"/>
              </a:solidFill>
              <a:latin typeface="Calibri"/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Context</a:t>
            </a:r>
            <a:r>
              <a:rPr lang="en-US" sz="1600" dirty="0">
                <a:solidFill>
                  <a:schemeClr val="tx1"/>
                </a:solidFill>
              </a:rPr>
              <a:t>: policy + entitlement</a:t>
            </a:r>
          </a:p>
          <a:p>
            <a:pPr lvl="0"/>
            <a:r>
              <a:rPr lang="en-US" sz="1600" b="1" dirty="0">
                <a:solidFill>
                  <a:schemeClr val="tx1"/>
                </a:solidFill>
              </a:rPr>
              <a:t>Fields</a:t>
            </a:r>
            <a:r>
              <a:rPr lang="en-US" sz="1600" dirty="0">
                <a:solidFill>
                  <a:schemeClr val="tx1"/>
                </a:solidFill>
              </a:rPr>
              <a:t>: issue, explanation, recommendation, reference</a:t>
            </a:r>
          </a:p>
          <a:p>
            <a:pPr lvl="0"/>
            <a:r>
              <a:rPr lang="en-US" sz="1600" b="1" dirty="0">
                <a:solidFill>
                  <a:schemeClr val="tx1"/>
                </a:solidFill>
              </a:rPr>
              <a:t>Questions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it correct? (per field)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Which is better? Why? (vs reference)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it the best possible? (no reference)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it truly a violation?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sz="15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52118" y="1965960"/>
            <a:ext cx="5078466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52118" y="2016760"/>
            <a:ext cx="5078466" cy="3012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/>
              </a:rPr>
              <a:t>Findings (per user)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Context</a:t>
            </a:r>
            <a:r>
              <a:rPr lang="en-US" sz="1600" dirty="0">
                <a:solidFill>
                  <a:schemeClr val="tx1"/>
                </a:solidFill>
              </a:rPr>
              <a:t>: policy + findings (all user’s violations)</a:t>
            </a:r>
          </a:p>
          <a:p>
            <a:pPr lvl="0"/>
            <a:r>
              <a:rPr lang="en-US" sz="1600" b="1" dirty="0">
                <a:solidFill>
                  <a:schemeClr val="tx1"/>
                </a:solidFill>
              </a:rPr>
              <a:t>Fields</a:t>
            </a:r>
            <a:r>
              <a:rPr lang="en-US" sz="1600" dirty="0">
                <a:solidFill>
                  <a:schemeClr val="tx1"/>
                </a:solidFill>
              </a:rPr>
              <a:t>: findings, explanation, recommendation</a:t>
            </a:r>
          </a:p>
          <a:p>
            <a:pPr lvl="0"/>
            <a:r>
              <a:rPr lang="en-US" sz="1600" b="1" dirty="0">
                <a:solidFill>
                  <a:schemeClr val="tx1"/>
                </a:solidFill>
              </a:rPr>
              <a:t>Questions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 the findings match the entitlements?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Does the explanation match the findings?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the recommendation correct?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Are these true violations?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72DFAA-7F32-9C18-C05B-3327B2394EBE}"/>
              </a:ext>
            </a:extLst>
          </p:cNvPr>
          <p:cNvSpPr/>
          <p:nvPr/>
        </p:nvSpPr>
        <p:spPr>
          <a:xfrm>
            <a:off x="4608590" y="5243576"/>
            <a:ext cx="2974820" cy="292608"/>
          </a:xfrm>
          <a:prstGeom prst="rect">
            <a:avLst/>
          </a:prstGeom>
          <a:solidFill>
            <a:srgbClr val="16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0" rIns="5080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Judge: LLM or human (manual)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9" dur="indefinite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0" dur="indefinite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3" dur="indefinite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  <p:bldP spid="14" grpId="0" animBg="1"/>
      <p:bldP spid="15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B8A80"/>
                </a:solidFill>
                <a:latin typeface="Calibri"/>
              </a:rPr>
              <a:t>CRITERIA</a:t>
            </a:r>
            <a:endParaRPr sz="1400" b="1" i="0" dirty="0">
              <a:solidFill>
                <a:srgbClr val="1B8A8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What is considered a good answer?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C6C240-1DDE-14DC-DFE7-6867F3511BCF}"/>
              </a:ext>
            </a:extLst>
          </p:cNvPr>
          <p:cNvGrpSpPr/>
          <p:nvPr/>
        </p:nvGrpSpPr>
        <p:grpSpPr>
          <a:xfrm>
            <a:off x="4708286" y="1964646"/>
            <a:ext cx="2775429" cy="699452"/>
            <a:chOff x="569595" y="1703388"/>
            <a:chExt cx="2775429" cy="69945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9D3AFD6-9D76-B8EC-3208-2BD5289900F3}"/>
                </a:ext>
              </a:extLst>
            </p:cNvPr>
            <p:cNvSpPr/>
            <p:nvPr/>
          </p:nvSpPr>
          <p:spPr>
            <a:xfrm>
              <a:off x="569595" y="1703388"/>
              <a:ext cx="180340" cy="179928"/>
            </a:xfrm>
            <a:prstGeom prst="ellipse">
              <a:avLst/>
            </a:prstGeom>
            <a:solidFill>
              <a:srgbClr val="1B8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6">
              <a:extLst>
                <a:ext uri="{FF2B5EF4-FFF2-40B4-BE49-F238E27FC236}">
                  <a16:creationId xmlns:a16="http://schemas.microsoft.com/office/drawing/2014/main" id="{4578061F-50C7-5CFC-E0DE-A7A82469FE18}"/>
                </a:ext>
              </a:extLst>
            </p:cNvPr>
            <p:cNvSpPr/>
            <p:nvPr/>
          </p:nvSpPr>
          <p:spPr>
            <a:xfrm>
              <a:off x="640080" y="1783080"/>
              <a:ext cx="2704944" cy="619760"/>
            </a:xfrm>
            <a:prstGeom prst="roundRect">
              <a:avLst/>
            </a:prstGeom>
            <a:solidFill>
              <a:srgbClr val="E3F7F5"/>
            </a:solidFill>
            <a:ln w="19050">
              <a:solidFill>
                <a:srgbClr val="1B8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3500" tIns="50800" rIns="63500" bIns="50800" rtlCol="0" anchor="ctr"/>
            <a:lstStyle/>
            <a:p>
              <a:pPr algn="ctr"/>
              <a:r>
                <a:rPr lang="en-US" sz="1600" b="1" dirty="0">
                  <a:solidFill>
                    <a:srgbClr val="161F36"/>
                  </a:solidFill>
                </a:rPr>
                <a:t>Concise and to the point</a:t>
              </a:r>
              <a:endParaRPr sz="1600" b="1" dirty="0">
                <a:solidFill>
                  <a:srgbClr val="161F36"/>
                </a:solidFill>
                <a:latin typeface="Calibri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9B5F6AB-BF5F-5467-A570-76CD19E09C45}"/>
              </a:ext>
            </a:extLst>
          </p:cNvPr>
          <p:cNvGrpSpPr/>
          <p:nvPr/>
        </p:nvGrpSpPr>
        <p:grpSpPr>
          <a:xfrm>
            <a:off x="4708286" y="3377854"/>
            <a:ext cx="2775429" cy="699452"/>
            <a:chOff x="569595" y="1703388"/>
            <a:chExt cx="2775429" cy="69945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0570BF6-B9BD-86BF-BDCF-952B7690130D}"/>
                </a:ext>
              </a:extLst>
            </p:cNvPr>
            <p:cNvSpPr/>
            <p:nvPr/>
          </p:nvSpPr>
          <p:spPr>
            <a:xfrm>
              <a:off x="569595" y="1703388"/>
              <a:ext cx="180340" cy="179928"/>
            </a:xfrm>
            <a:prstGeom prst="ellipse">
              <a:avLst/>
            </a:prstGeom>
            <a:solidFill>
              <a:srgbClr val="1B8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6">
              <a:extLst>
                <a:ext uri="{FF2B5EF4-FFF2-40B4-BE49-F238E27FC236}">
                  <a16:creationId xmlns:a16="http://schemas.microsoft.com/office/drawing/2014/main" id="{DF79218D-0988-6238-D114-E810AB573EFE}"/>
                </a:ext>
              </a:extLst>
            </p:cNvPr>
            <p:cNvSpPr/>
            <p:nvPr/>
          </p:nvSpPr>
          <p:spPr>
            <a:xfrm>
              <a:off x="640080" y="1783080"/>
              <a:ext cx="2704944" cy="619760"/>
            </a:xfrm>
            <a:prstGeom prst="roundRect">
              <a:avLst/>
            </a:prstGeom>
            <a:solidFill>
              <a:srgbClr val="E3F7F5"/>
            </a:solidFill>
            <a:ln w="19050">
              <a:solidFill>
                <a:srgbClr val="1B8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3500" tIns="50800" rIns="63500" bIns="50800" rtlCol="0" anchor="ctr"/>
            <a:lstStyle/>
            <a:p>
              <a:pPr algn="ctr"/>
              <a:r>
                <a:rPr lang="en-US" sz="1600" b="1" dirty="0">
                  <a:solidFill>
                    <a:srgbClr val="161F36"/>
                  </a:solidFill>
                </a:rPr>
                <a:t>Contains all and only correct and relevant information</a:t>
              </a:r>
              <a:endParaRPr sz="1600" b="1" dirty="0">
                <a:solidFill>
                  <a:srgbClr val="161F36"/>
                </a:solidFill>
                <a:latin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874CA6C-DDF5-464F-67B1-3725BC882863}"/>
              </a:ext>
            </a:extLst>
          </p:cNvPr>
          <p:cNvGrpSpPr/>
          <p:nvPr/>
        </p:nvGrpSpPr>
        <p:grpSpPr>
          <a:xfrm>
            <a:off x="4708286" y="4818756"/>
            <a:ext cx="2775429" cy="699452"/>
            <a:chOff x="569595" y="1703388"/>
            <a:chExt cx="2775429" cy="69945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F9709FD-6A0F-053E-223B-88F462B008A5}"/>
                </a:ext>
              </a:extLst>
            </p:cNvPr>
            <p:cNvSpPr/>
            <p:nvPr/>
          </p:nvSpPr>
          <p:spPr>
            <a:xfrm>
              <a:off x="569595" y="1703388"/>
              <a:ext cx="180340" cy="179928"/>
            </a:xfrm>
            <a:prstGeom prst="ellipse">
              <a:avLst/>
            </a:prstGeom>
            <a:solidFill>
              <a:srgbClr val="1B8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6">
              <a:extLst>
                <a:ext uri="{FF2B5EF4-FFF2-40B4-BE49-F238E27FC236}">
                  <a16:creationId xmlns:a16="http://schemas.microsoft.com/office/drawing/2014/main" id="{1709BB38-A374-258F-D262-71A3323A65C9}"/>
                </a:ext>
              </a:extLst>
            </p:cNvPr>
            <p:cNvSpPr/>
            <p:nvPr/>
          </p:nvSpPr>
          <p:spPr>
            <a:xfrm>
              <a:off x="640080" y="1783080"/>
              <a:ext cx="2704944" cy="619760"/>
            </a:xfrm>
            <a:prstGeom prst="roundRect">
              <a:avLst/>
            </a:prstGeom>
            <a:solidFill>
              <a:srgbClr val="E3F7F5"/>
            </a:solidFill>
            <a:ln w="19050">
              <a:solidFill>
                <a:srgbClr val="1B8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3500" tIns="50800" rIns="63500" bIns="50800" rtlCol="0" anchor="ctr"/>
            <a:lstStyle/>
            <a:p>
              <a:pPr algn="ctr"/>
              <a:r>
                <a:rPr lang="en-US" sz="1600" b="1" dirty="0">
                  <a:solidFill>
                    <a:srgbClr val="161F36"/>
                  </a:solidFill>
                </a:rPr>
                <a:t>Presents information clearly</a:t>
              </a:r>
              <a:endParaRPr sz="1600" b="1" dirty="0">
                <a:solidFill>
                  <a:srgbClr val="161F36"/>
                </a:solidFill>
                <a:latin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3F304-3320-3168-9E3D-BB17C14A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73E5B0-2C80-45D0-15A0-10DC271C09F9}"/>
              </a:ext>
            </a:extLst>
          </p:cNvPr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F8676-A1F6-C3D6-C01F-D9AF52FA5D52}"/>
              </a:ext>
            </a:extLst>
          </p:cNvPr>
          <p:cNvSpPr txBox="1"/>
          <p:nvPr/>
        </p:nvSpPr>
        <p:spPr>
          <a:xfrm>
            <a:off x="640080" y="36576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B8A80"/>
                </a:solidFill>
                <a:latin typeface="Calibri"/>
              </a:rPr>
              <a:t>E</a:t>
            </a:r>
            <a:r>
              <a:rPr lang="en-US" sz="1400" b="1" dirty="0">
                <a:solidFill>
                  <a:srgbClr val="1B8A80"/>
                </a:solidFill>
                <a:latin typeface="Calibri"/>
              </a:rPr>
              <a:t>XAMPLES</a:t>
            </a:r>
            <a:endParaRPr sz="1400" b="1" i="0" dirty="0">
              <a:solidFill>
                <a:srgbClr val="1B8A8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FF5DA7-01D4-A128-6282-239E931FE67D}"/>
              </a:ext>
            </a:extLst>
          </p:cNvPr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Violation – best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CE786-53E7-759E-A537-93F9AA4C9BE0}"/>
              </a:ext>
            </a:extLst>
          </p:cNvPr>
          <p:cNvSpPr/>
          <p:nvPr/>
        </p:nvSpPr>
        <p:spPr>
          <a:xfrm>
            <a:off x="640080" y="1241905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B25461-470F-AC6A-4DB5-A384ECBC1F08}"/>
              </a:ext>
            </a:extLst>
          </p:cNvPr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13B67E-20DC-7C53-9C08-839B7335C79B}"/>
              </a:ext>
            </a:extLst>
          </p:cNvPr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23">
            <a:extLst>
              <a:ext uri="{FF2B5EF4-FFF2-40B4-BE49-F238E27FC236}">
                <a16:creationId xmlns:a16="http://schemas.microsoft.com/office/drawing/2014/main" id="{F78E9650-15CB-1B8D-3A49-EC4D98B927D6}"/>
              </a:ext>
            </a:extLst>
          </p:cNvPr>
          <p:cNvSpPr/>
          <p:nvPr/>
        </p:nvSpPr>
        <p:spPr>
          <a:xfrm>
            <a:off x="640080" y="1451043"/>
            <a:ext cx="10881360" cy="4960021"/>
          </a:xfrm>
          <a:prstGeom prst="roundRect">
            <a:avLst/>
          </a:prstGeom>
          <a:solidFill>
            <a:srgbClr val="16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03200" rtlCol="0" anchor="ctr"/>
          <a:lstStyle/>
          <a:p>
            <a:r>
              <a:rPr lang="en-US" sz="1400" u="sng" dirty="0" err="1"/>
              <a:t>Entit</a:t>
            </a:r>
            <a:r>
              <a:rPr lang="en-US" sz="1400" u="sng" dirty="0"/>
              <a:t>. ID</a:t>
            </a:r>
            <a:r>
              <a:rPr lang="en-US" sz="1400" dirty="0"/>
              <a:t>: 21316</a:t>
            </a:r>
          </a:p>
          <a:p>
            <a:r>
              <a:rPr lang="en-US" sz="1400" u="sng" dirty="0"/>
              <a:t>Context</a:t>
            </a:r>
            <a:r>
              <a:rPr lang="en-US" sz="1400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subject=ASSISTANT03 (</a:t>
            </a:r>
            <a:r>
              <a:rPr lang="en-US" sz="1400" dirty="0" err="1"/>
              <a:t>employee_type</a:t>
            </a:r>
            <a:r>
              <a:rPr lang="en-US" sz="1400" dirty="0"/>
              <a:t>=AI Agent, role=Other, department=Operations);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resource=EMPLOYEE_COMPENSATION (TABLE) [group=Production, Highly sensitive databases];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actions=SELECT; effect=ALLOW; scope=DIRECT;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evidence={"</a:t>
            </a:r>
            <a:r>
              <a:rPr lang="en-US" sz="1400" dirty="0" err="1"/>
              <a:t>db_name</a:t>
            </a:r>
            <a:r>
              <a:rPr lang="en-US" sz="1400" dirty="0"/>
              <a:t>": "SALARYFLOW", "privileges": "Select"}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400" u="sng" dirty="0"/>
              <a:t>Issue</a:t>
            </a:r>
            <a:r>
              <a:rPr lang="en-US" sz="1400" dirty="0"/>
              <a:t>: AI account ASSISTANT03 has SELECT on Highly Sensitive/Production table EMPLOYEE_COMPENSATION granted directly instead of through a role. </a:t>
            </a:r>
            <a:r>
              <a:rPr lang="en-US" sz="1400" b="1" dirty="0"/>
              <a:t>(correct + best)</a:t>
            </a:r>
          </a:p>
          <a:p>
            <a:endParaRPr lang="en-US" sz="1400" b="1" dirty="0"/>
          </a:p>
          <a:p>
            <a:r>
              <a:rPr lang="en-US" sz="1400" u="sng" dirty="0"/>
              <a:t>Explanation</a:t>
            </a:r>
            <a:r>
              <a:rPr lang="en-US" sz="1400" dirty="0"/>
              <a:t>: AI account ASSISTANT03 has SELECT (Read) access on SALARYFLOW.EMPLOYEE_COMPENSATION (Highly Sensitive/Production table), granted directly instead of through a role — Policy confines AI agents to a specific set of resource types, and production and highly sensitive data is not among them, so access is denied. </a:t>
            </a:r>
            <a:r>
              <a:rPr lang="en-US" sz="1400" b="1" dirty="0"/>
              <a:t>(correct + best)</a:t>
            </a:r>
            <a:endParaRPr lang="en-US" sz="1400" dirty="0"/>
          </a:p>
          <a:p>
            <a:endParaRPr lang="en-US" sz="1400" dirty="0"/>
          </a:p>
          <a:p>
            <a:r>
              <a:rPr lang="en-US" sz="1400" u="sng" dirty="0"/>
              <a:t>Recommendation</a:t>
            </a:r>
            <a:r>
              <a:rPr lang="en-US" sz="1400" dirty="0"/>
              <a:t>: Remove the direct grant of SELECT on Highly Sensitive/Production table SALARYFLOW.EMPLOYEE_COMPENSATION from AI account ASSISTANT03. If this access is required and permitted by policy, provision it through an appropriate role; otherwise revoke it. </a:t>
            </a:r>
            <a:r>
              <a:rPr lang="en-US" sz="1400" b="1" dirty="0"/>
              <a:t>(correct + best)</a:t>
            </a:r>
          </a:p>
          <a:p>
            <a:endParaRPr lang="en-US" sz="1400" b="1" u="sng" dirty="0"/>
          </a:p>
          <a:p>
            <a:r>
              <a:rPr lang="en-US" sz="1400" u="sng" dirty="0"/>
              <a:t>Reference</a:t>
            </a:r>
            <a:r>
              <a:rPr lang="en-US" sz="1400" dirty="0"/>
              <a:t>: P10: AI agents should have access to development and QA databases only.</a:t>
            </a:r>
          </a:p>
          <a:p>
            <a:r>
              <a:rPr lang="en-US" sz="1400" dirty="0"/>
              <a:t>P9: Privileges should be granted through roles. Specifically, DBA privileges must be granted through roles. </a:t>
            </a:r>
            <a:r>
              <a:rPr lang="en-US" sz="1400" b="1" dirty="0"/>
              <a:t>(correct + best)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690554-09E1-2FCA-E6B2-8B4519E8B1CC}"/>
              </a:ext>
            </a:extLst>
          </p:cNvPr>
          <p:cNvSpPr/>
          <p:nvPr/>
        </p:nvSpPr>
        <p:spPr>
          <a:xfrm>
            <a:off x="640080" y="1982755"/>
            <a:ext cx="73152" cy="3895531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6234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" dur="indefinite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9" dur="indefinite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EFAB-DDE8-A84A-D0C4-305D50AE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8DEF-8A20-5693-B632-3C82A41AD1BC}"/>
              </a:ext>
            </a:extLst>
          </p:cNvPr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41DE6-4BC6-C3FD-43F0-1952170444B7}"/>
              </a:ext>
            </a:extLst>
          </p:cNvPr>
          <p:cNvSpPr txBox="1"/>
          <p:nvPr/>
        </p:nvSpPr>
        <p:spPr>
          <a:xfrm>
            <a:off x="640080" y="36576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B8A80"/>
                </a:solidFill>
                <a:latin typeface="Calibri"/>
              </a:rPr>
              <a:t>E</a:t>
            </a:r>
            <a:r>
              <a:rPr lang="en-US" sz="1400" b="1" dirty="0">
                <a:solidFill>
                  <a:srgbClr val="1B8A80"/>
                </a:solidFill>
                <a:latin typeface="Calibri"/>
              </a:rPr>
              <a:t>XAMPLES</a:t>
            </a:r>
            <a:endParaRPr sz="1400" b="1" i="0" dirty="0">
              <a:solidFill>
                <a:srgbClr val="1B8A8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30069-AF1B-EC32-9DCC-BAD935CF71DF}"/>
              </a:ext>
            </a:extLst>
          </p:cNvPr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Violation – not best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FAADB-1A98-E61E-11F4-C91048C4589B}"/>
              </a:ext>
            </a:extLst>
          </p:cNvPr>
          <p:cNvSpPr/>
          <p:nvPr/>
        </p:nvSpPr>
        <p:spPr>
          <a:xfrm>
            <a:off x="640080" y="1241905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D2F674-C7F2-8E0F-3FB2-817007DAB5A2}"/>
              </a:ext>
            </a:extLst>
          </p:cNvPr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F2E7E-822F-A5CF-16BF-A16588B0FD65}"/>
              </a:ext>
            </a:extLst>
          </p:cNvPr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23">
            <a:extLst>
              <a:ext uri="{FF2B5EF4-FFF2-40B4-BE49-F238E27FC236}">
                <a16:creationId xmlns:a16="http://schemas.microsoft.com/office/drawing/2014/main" id="{BC31A826-B472-3C6B-E7CF-370F8E686003}"/>
              </a:ext>
            </a:extLst>
          </p:cNvPr>
          <p:cNvSpPr/>
          <p:nvPr/>
        </p:nvSpPr>
        <p:spPr>
          <a:xfrm>
            <a:off x="640080" y="1451043"/>
            <a:ext cx="10881360" cy="4960021"/>
          </a:xfrm>
          <a:prstGeom prst="roundRect">
            <a:avLst/>
          </a:prstGeom>
          <a:solidFill>
            <a:srgbClr val="16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03200" rtlCol="0" anchor="ctr"/>
          <a:lstStyle/>
          <a:p>
            <a:r>
              <a:rPr lang="en-US" sz="1400" u="sng" dirty="0" err="1"/>
              <a:t>Entit</a:t>
            </a:r>
            <a:r>
              <a:rPr lang="en-US" sz="1400" u="sng" dirty="0"/>
              <a:t>. ID</a:t>
            </a:r>
            <a:r>
              <a:rPr lang="en-US" sz="1400" dirty="0"/>
              <a:t>: 21197</a:t>
            </a:r>
          </a:p>
          <a:p>
            <a:r>
              <a:rPr lang="en-US" sz="1400" u="sng" dirty="0"/>
              <a:t>Context</a:t>
            </a:r>
            <a:r>
              <a:rPr lang="en-US" sz="1400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subject=DB_MGR_GREEN (</a:t>
            </a:r>
            <a:r>
              <a:rPr lang="en-US" sz="1400" dirty="0" err="1"/>
              <a:t>employee_type</a:t>
            </a:r>
            <a:r>
              <a:rPr lang="en-US" sz="1400" dirty="0"/>
              <a:t>=Internal, role=Admin, department=Human Resources);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resource=* — ALL DATABASE resources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actions=SELECT; effect=ALLOW; scope=DIRECT;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evidence={"privileges": "Select"}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400" u="sng" dirty="0"/>
              <a:t>Issue</a:t>
            </a:r>
            <a:r>
              <a:rPr lang="en-US" sz="1400" dirty="0"/>
              <a:t>: Administrator DB_MGR_GREEN has global level SELECT privilege granted directly instead of through a role.</a:t>
            </a:r>
            <a:br>
              <a:rPr lang="en-US" sz="1400" dirty="0"/>
            </a:br>
            <a:r>
              <a:rPr lang="en-US" sz="1400" dirty="0"/>
              <a:t>Administrator DB_MGR_GREEN has global level SELECT privilege, which policy prohibits. </a:t>
            </a:r>
            <a:r>
              <a:rPr lang="en-US" sz="1400" b="1" dirty="0"/>
              <a:t>(correct + best)</a:t>
            </a:r>
          </a:p>
          <a:p>
            <a:endParaRPr lang="en-US" sz="1400" b="1" dirty="0"/>
          </a:p>
          <a:p>
            <a:r>
              <a:rPr lang="en-US" sz="1400" u="sng" dirty="0"/>
              <a:t>Explanation</a:t>
            </a:r>
            <a:r>
              <a:rPr lang="en-US" sz="1400" dirty="0"/>
              <a:t>: Administrator DB_MGR_GREEN has SELECT (Read) access on all resources of this type (global level) — Policy forbids administrators from viewing sensitive data, so the Human Resources Admin group read access to </a:t>
            </a:r>
            <a:r>
              <a:rPr lang="en-US" sz="1400" dirty="0" err="1"/>
              <a:t>VerySensitive</a:t>
            </a:r>
            <a:r>
              <a:rPr lang="en-US" sz="1400" dirty="0"/>
              <a:t> is denied. </a:t>
            </a:r>
            <a:r>
              <a:rPr lang="en-US" sz="1400" b="1" dirty="0"/>
              <a:t>(correct)</a:t>
            </a:r>
          </a:p>
          <a:p>
            <a:r>
              <a:rPr lang="en-US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Best </a:t>
            </a:r>
            <a:r>
              <a:rPr lang="en-US" sz="1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-</a:t>
            </a:r>
            <a:r>
              <a:rPr lang="en-US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Explain both distinct reasons: that the DIRECT wildcard SELECT grant violates the policy requiring privileges be granted through roles and that administrators are prohibited from viewing sensitive data (mention scope=DIRECT and resource=*).</a:t>
            </a:r>
          </a:p>
          <a:p>
            <a:endParaRPr lang="en-US" sz="1400" dirty="0"/>
          </a:p>
          <a:p>
            <a:r>
              <a:rPr lang="en-US" sz="1400" u="sng" dirty="0"/>
              <a:t>Recommendation</a:t>
            </a:r>
            <a:r>
              <a:rPr lang="en-US" sz="1400" dirty="0"/>
              <a:t>: Remove the direct grant of SELECT on all resources of this type (global level) from Administrator DB_MGR_GREEN. If this access is required and permitted by policy, provision it through an appropriate role; otherwise revoke it.</a:t>
            </a:r>
            <a:br>
              <a:rPr lang="en-US" sz="1400" dirty="0"/>
            </a:br>
            <a:r>
              <a:rPr lang="en-US" sz="1400" dirty="0"/>
              <a:t>Revoke Administrator DB_MGR_GREEN's SELECT on all resources of this type (global level); policy prohibits this access, so it must not be granted to Administrator DB_MGR_GREEN — directly or through a role. </a:t>
            </a:r>
            <a:r>
              <a:rPr lang="en-US" sz="1400" b="1" dirty="0"/>
              <a:t>(correct + best)</a:t>
            </a:r>
          </a:p>
          <a:p>
            <a:endParaRPr lang="en-US" sz="1400" b="1" u="sng" dirty="0"/>
          </a:p>
          <a:p>
            <a:pPr fontAlgn="t"/>
            <a:r>
              <a:rPr lang="en-US" sz="1400" u="sng" dirty="0"/>
              <a:t>Reference</a:t>
            </a:r>
            <a:r>
              <a:rPr lang="en-US" sz="1400" dirty="0"/>
              <a:t>: P8: Administrators should not have access to sensitive data, to view or to modify. </a:t>
            </a:r>
            <a:r>
              <a:rPr lang="en-US" sz="1400" b="1" dirty="0"/>
              <a:t>(correct)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A1C26-5B30-23FE-0A0F-1A470A388B09}"/>
              </a:ext>
            </a:extLst>
          </p:cNvPr>
          <p:cNvSpPr/>
          <p:nvPr/>
        </p:nvSpPr>
        <p:spPr>
          <a:xfrm>
            <a:off x="640080" y="1982755"/>
            <a:ext cx="73152" cy="3895531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6075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1122-B92C-8BB6-9B4D-E6A93DE8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F45494-2729-64C5-4067-3881D9D47AB6}"/>
              </a:ext>
            </a:extLst>
          </p:cNvPr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A38B8-6C61-2D57-D230-B321859E86B2}"/>
              </a:ext>
            </a:extLst>
          </p:cNvPr>
          <p:cNvSpPr txBox="1"/>
          <p:nvPr/>
        </p:nvSpPr>
        <p:spPr>
          <a:xfrm>
            <a:off x="640080" y="36576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B8A80"/>
                </a:solidFill>
                <a:latin typeface="Calibri"/>
              </a:rPr>
              <a:t>ADDITIONAL EVALUATION</a:t>
            </a:r>
            <a:endParaRPr sz="1400" b="1" i="0" dirty="0">
              <a:solidFill>
                <a:srgbClr val="1B8A8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57176-9241-B39C-3CE1-AFB8AE0A9D5C}"/>
              </a:ext>
            </a:extLst>
          </p:cNvPr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61F36"/>
                </a:solidFill>
                <a:latin typeface="Calibri"/>
              </a:rPr>
              <a:t>Policy-based generated entitlements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04EA4A-AEBD-CC10-855D-FC2843F5B691}"/>
              </a:ext>
            </a:extLst>
          </p:cNvPr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233523-E10E-F916-18FD-1A0D6C55299A}"/>
              </a:ext>
            </a:extLst>
          </p:cNvPr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83FF6F-682D-C751-F81D-BCE0EC0F1410}"/>
              </a:ext>
            </a:extLst>
          </p:cNvPr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41A6FD-7197-F93A-F2EE-3E9BCE202A49}"/>
              </a:ext>
            </a:extLst>
          </p:cNvPr>
          <p:cNvSpPr/>
          <p:nvPr/>
        </p:nvSpPr>
        <p:spPr>
          <a:xfrm>
            <a:off x="2544147" y="1757945"/>
            <a:ext cx="7103706" cy="592494"/>
          </a:xfrm>
          <a:prstGeom prst="roundRect">
            <a:avLst/>
          </a:prstGeom>
          <a:solidFill>
            <a:srgbClr val="161F36"/>
          </a:solidFill>
          <a:ln>
            <a:solidFill>
              <a:srgbClr val="16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Simple and complex (from single clause / multiple clauses) tests are created – based on information extracted from the policy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79A43E-FFDE-9F98-2C3E-555978C0E60B}"/>
              </a:ext>
            </a:extLst>
          </p:cNvPr>
          <p:cNvSpPr/>
          <p:nvPr/>
        </p:nvSpPr>
        <p:spPr>
          <a:xfrm>
            <a:off x="2544147" y="3277377"/>
            <a:ext cx="7103706" cy="592494"/>
          </a:xfrm>
          <a:prstGeom prst="roundRect">
            <a:avLst/>
          </a:prstGeom>
          <a:solidFill>
            <a:srgbClr val="161F36"/>
          </a:solidFill>
          <a:ln>
            <a:solidFill>
              <a:srgbClr val="16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Matching entitlements are generated and inserted to the database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EB230A-929E-71B9-49D8-FDE611BC42C1}"/>
              </a:ext>
            </a:extLst>
          </p:cNvPr>
          <p:cNvSpPr/>
          <p:nvPr/>
        </p:nvSpPr>
        <p:spPr>
          <a:xfrm>
            <a:off x="2544147" y="4793599"/>
            <a:ext cx="7103706" cy="592494"/>
          </a:xfrm>
          <a:prstGeom prst="roundRect">
            <a:avLst/>
          </a:prstGeom>
          <a:solidFill>
            <a:srgbClr val="161F36"/>
          </a:solidFill>
          <a:ln>
            <a:solidFill>
              <a:srgbClr val="16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Evaluation is done with both real and generated entitlements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B993879-13B3-EFB8-55FA-2B75F54547AB}"/>
              </a:ext>
            </a:extLst>
          </p:cNvPr>
          <p:cNvSpPr/>
          <p:nvPr/>
        </p:nvSpPr>
        <p:spPr>
          <a:xfrm>
            <a:off x="5778760" y="2429355"/>
            <a:ext cx="634481" cy="690465"/>
          </a:xfrm>
          <a:prstGeom prst="downArrow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D202294-7AA9-1C6D-5924-5A5A453D1469}"/>
              </a:ext>
            </a:extLst>
          </p:cNvPr>
          <p:cNvSpPr/>
          <p:nvPr/>
        </p:nvSpPr>
        <p:spPr>
          <a:xfrm>
            <a:off x="5778760" y="3986502"/>
            <a:ext cx="634481" cy="690465"/>
          </a:xfrm>
          <a:prstGeom prst="downArrow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9" grpId="1" animBg="1"/>
      <p:bldP spid="11" grpId="0" animBg="1"/>
      <p:bldP spid="12" grpId="0" animBg="1"/>
      <p:bldP spid="12" grpId="1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B8A80"/>
                </a:solidFill>
                <a:latin typeface="Calibri"/>
              </a:rPr>
              <a:t>SUMMARY</a:t>
            </a:r>
            <a:endParaRPr sz="1400" b="1" i="0" dirty="0">
              <a:solidFill>
                <a:srgbClr val="1B8A8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Report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F618AB-7D4F-E0C0-EFEC-2C6C1F4AF7E3}"/>
              </a:ext>
            </a:extLst>
          </p:cNvPr>
          <p:cNvSpPr/>
          <p:nvPr/>
        </p:nvSpPr>
        <p:spPr>
          <a:xfrm>
            <a:off x="640080" y="3324766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5D593F-0236-799C-7FFE-BE757BAD5D06}"/>
              </a:ext>
            </a:extLst>
          </p:cNvPr>
          <p:cNvSpPr txBox="1"/>
          <p:nvPr/>
        </p:nvSpPr>
        <p:spPr>
          <a:xfrm>
            <a:off x="932688" y="3188970"/>
            <a:ext cx="4430268" cy="36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800" b="1" dirty="0">
                <a:solidFill>
                  <a:srgbClr val="161F36"/>
                </a:solidFill>
                <a:latin typeface="Calibri"/>
              </a:rPr>
              <a:t>Better</a:t>
            </a:r>
            <a:r>
              <a:rPr lang="en-US" b="1" dirty="0">
                <a:solidFill>
                  <a:srgbClr val="161F36"/>
                </a:solidFill>
                <a:latin typeface="Calibri"/>
              </a:rPr>
              <a:t> (vs reference) / Best (no reference) rate</a:t>
            </a:r>
            <a:endParaRPr sz="180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A468C6A-4FE2-E35B-EEC8-9DCBF6675D59}"/>
              </a:ext>
            </a:extLst>
          </p:cNvPr>
          <p:cNvSpPr/>
          <p:nvPr/>
        </p:nvSpPr>
        <p:spPr>
          <a:xfrm>
            <a:off x="640080" y="5010697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E3E471-090D-94DE-906B-0E355D03FC55}"/>
              </a:ext>
            </a:extLst>
          </p:cNvPr>
          <p:cNvSpPr txBox="1"/>
          <p:nvPr/>
        </p:nvSpPr>
        <p:spPr>
          <a:xfrm>
            <a:off x="932688" y="4874901"/>
            <a:ext cx="4233672" cy="36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800" b="1" dirty="0">
                <a:solidFill>
                  <a:srgbClr val="161F36"/>
                </a:solidFill>
                <a:latin typeface="Calibri"/>
              </a:rPr>
              <a:t>Insights – general and per field</a:t>
            </a:r>
            <a:endParaRPr sz="180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A81DE0-E3FE-3905-0EFC-2BC757A52FE0}"/>
              </a:ext>
            </a:extLst>
          </p:cNvPr>
          <p:cNvSpPr/>
          <p:nvPr/>
        </p:nvSpPr>
        <p:spPr>
          <a:xfrm>
            <a:off x="640080" y="1753395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30BA3-56FA-C1E4-16EC-60D27DC29EB1}"/>
              </a:ext>
            </a:extLst>
          </p:cNvPr>
          <p:cNvSpPr txBox="1"/>
          <p:nvPr/>
        </p:nvSpPr>
        <p:spPr>
          <a:xfrm>
            <a:off x="932688" y="1617599"/>
            <a:ext cx="4233672" cy="36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1800" b="1" dirty="0">
                <a:solidFill>
                  <a:srgbClr val="161F36"/>
                </a:solidFill>
                <a:latin typeface="Calibri"/>
              </a:rPr>
              <a:t>Per case results and details</a:t>
            </a:r>
            <a:endParaRPr sz="1800" dirty="0">
              <a:solidFill>
                <a:srgbClr val="1F2937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9" grpId="0"/>
      <p:bldP spid="29" grpId="1"/>
      <p:bldP spid="30" grpId="0" animBg="1"/>
      <p:bldP spid="31" grpId="0"/>
      <p:bldP spid="6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1371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EC4B6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</TotalTime>
  <Words>946</Words>
  <Application>Microsoft Office PowerPoint</Application>
  <PresentationFormat>Widescreen</PresentationFormat>
  <Paragraphs>117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FRECHTER</cp:lastModifiedBy>
  <cp:revision>6</cp:revision>
  <dcterms:created xsi:type="dcterms:W3CDTF">2013-01-27T09:14:16Z</dcterms:created>
  <dcterms:modified xsi:type="dcterms:W3CDTF">2026-08-20T08:21:12Z</dcterms:modified>
  <cp:category/>
</cp:coreProperties>
</file>